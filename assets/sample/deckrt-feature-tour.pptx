
<file path=[Content_Types].xml><?xml version="1.0" encoding="utf-8"?>
<Types xmlns="http://schemas.openxmlformats.org/package/2006/content-types">
  <Default Extension="rels" ContentType="application/vnd.openxmlformats-package.relationships+xml"/>
  <Default Extension="xml" ContentType="application/xml"/>
  <Default Extension="glb" ContentType="model/gltf-binary"/>
  <Default Extension="png" ContentType="image/png"/>
  <Default Extension="jpeg" ContentType="image/jpeg"/>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1.xml" ContentType="application/vnd.openxmlformats-officedocument.theme+xml"/>
  <Override PartName="/ppt/slideMasters/slideMaster1.xml" ContentType="application/vnd.openxmlformats-officedocument.presentationml.slideMaster+xml"/>
  <Override PartName="/ppt/theme/theme2.xml" ContentType="application/vnd.openxmlformats-officedocument.theme+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slides/slide1.xml" ContentType="application/vnd.openxmlformats-officedocument.presentationml.slide+xml"/>
  <Override PartName="/ppt/notesSlides/notesSlide2.xml" ContentType="application/vnd.openxmlformats-officedocument.presentationml.notesSlide+xml"/>
  <Override PartName="/ppt/tags/tag1.xml" ContentType="application/vnd.openxmlformats-officedocument.presentationml.tags+xml"/>
  <Override PartName="/ppt/slides/slide2.xml" ContentType="application/vnd.openxmlformats-officedocument.presentationml.slide+xml"/>
  <Override PartName="/ppt/notesSlides/notesSlide3.xml" ContentType="application/vnd.openxmlformats-officedocument.presentationml.notesSlide+xml"/>
  <Override PartName="/ppt/tags/tag2.xml" ContentType="application/vnd.openxmlformats-officedocument.presentationml.tags+xml"/>
  <Override PartName="/ppt/slides/slide3.xml" ContentType="application/vnd.openxmlformats-officedocument.presentationml.slide+xml"/>
  <Override PartName="/ppt/notesSlides/notesSlide4.xml" ContentType="application/vnd.openxmlformats-officedocument.presentationml.notesSlide+xml"/>
  <Override PartName="/ppt/tags/tag3.xml" ContentType="application/vnd.openxmlformats-officedocument.presentationml.tags+xml"/>
  <Override PartName="/ppt/slides/slide4.xml" ContentType="application/vnd.openxmlformats-officedocument.presentationml.slide+xml"/>
  <Override PartName="/ppt/notesSlides/notesSlide5.xml" ContentType="application/vnd.openxmlformats-officedocument.presentationml.notesSlide+xml"/>
  <Override PartName="/ppt/tags/tag4.xml" ContentType="application/vnd.openxmlformats-officedocument.presentationml.tags+xml"/>
  <Override PartName="/ppt/slides/slide5.xml" ContentType="application/vnd.openxmlformats-officedocument.presentationml.slide+xml"/>
  <Override PartName="/ppt/notesSlides/notesSlide6.xml" ContentType="application/vnd.openxmlformats-officedocument.presentationml.notesSlide+xml"/>
  <Override PartName="/ppt/tags/tag5.xml" ContentType="application/vnd.openxmlformats-officedocument.presentationml.tags+xml"/>
  <Override PartName="/ppt/slides/slide6.xml" ContentType="application/vnd.openxmlformats-officedocument.presentationml.slide+xml"/>
  <Override PartName="/ppt/notesSlides/notesSlide7.xml" ContentType="application/vnd.openxmlformats-officedocument.presentationml.notesSlide+xml"/>
  <Override PartName="/ppt/tags/tag6.xml" ContentType="application/vnd.openxmlformats-officedocument.presentationml.tags+xml"/>
  <Override PartName="/ppt/tags/tag7.xml" ContentType="application/vnd.openxmlformats-officedocument.presentationml.tags+xml"/>
  <Override PartName="/ppt/slides/slide7.xml" ContentType="application/vnd.openxmlformats-officedocument.presentationml.slide+xml"/>
  <Override PartName="/ppt/notesSlides/notesSlide8.xml" ContentType="application/vnd.openxmlformats-officedocument.presentationml.notesSlide+xml"/>
  <Override PartName="/ppt/tags/tag8.xml" ContentType="application/vnd.openxmlformats-officedocument.presentationml.tags+xml"/>
  <Override PartName="/ppt/slides/slide8.xml" ContentType="application/vnd.openxmlformats-officedocument.presentationml.slide+xml"/>
  <Override PartName="/ppt/notesSlides/notesSlide9.xml" ContentType="application/vnd.openxmlformats-officedocument.presentationml.notesSlide+xml"/>
  <Override PartName="/ppt/tags/tag9.xml" ContentType="application/vnd.openxmlformats-officedocument.presentationml.tags+xml"/>
  <Override PartName="/ppt/slides/slide9.xml" ContentType="application/vnd.openxmlformats-officedocument.presentationml.slide+xml"/>
  <Override PartName="/ppt/notesSlides/notesSlide10.xml" ContentType="application/vnd.openxmlformats-officedocument.presentationml.notesSlide+xml"/>
  <Override PartName="/ppt/tags/tag10.xml" ContentType="application/vnd.openxmlformats-officedocument.presentationml.tags+xml"/>
  <Override PartName="/ppt/slides/slide10.xml" ContentType="application/vnd.openxmlformats-officedocument.presentationml.slide+xml"/>
  <Override PartName="/ppt/notesSlides/notesSlide11.xml" ContentType="application/vnd.openxmlformats-officedocument.presentationml.notesSlide+xml"/>
  <Override PartName="/ppt/tags/tag11.xml" ContentType="application/vnd.openxmlformats-officedocument.presentationml.tags+xml"/>
  <Override PartName="/ppt/slides/slide11.xml" ContentType="application/vnd.openxmlformats-officedocument.presentationml.slide+xml"/>
  <Override PartName="/ppt/notesSlides/notesSlide12.xml" ContentType="application/vnd.openxmlformats-officedocument.presentationml.notesSlide+xml"/>
  <Override PartName="/ppt/slides/slide12.xml" ContentType="application/vnd.openxmlformats-officedocument.presentationml.slide+xml"/>
  <Override PartName="/ppt/notesSlides/notesSlide13.xml" ContentType="application/vnd.openxmlformats-officedocument.presentationml.notesSlide+xml"/>
  <Override PartName="/ppt/tags/tag12.xml" ContentType="application/vnd.openxmlformats-officedocument.presentationml.tags+xml"/>
  <Override PartName="/ppt/slides/slide13.xml" ContentType="application/vnd.openxmlformats-officedocument.presentationml.slide+xml"/>
  <Override PartName="/ppt/notesSlides/notesSlide14.xml" ContentType="application/vnd.openxmlformats-officedocument.presentationml.notesSlide+xml"/>
  <Override PartName="/ppt/tags/tag13.xml" ContentType="application/vnd.openxmlformats-officedocument.presentationml.tags+xml"/>
  <Override PartName="/ppt/slides/slide14.xml" ContentType="application/vnd.openxmlformats-officedocument.presentationml.slide+xml"/>
  <Override PartName="/ppt/notesSlides/notesSlide15.xml" ContentType="application/vnd.openxmlformats-officedocument.presentationml.notesSlide+xml"/>
  <Override PartName="/ppt/tags/tag14.xml" ContentType="application/vnd.openxmlformats-officedocument.presentationml.tags+xml"/>
  <Override PartName="/ppt/slides/slide15.xml" ContentType="application/vnd.openxmlformats-officedocument.presentationml.slide+xml"/>
  <Override PartName="/ppt/notesSlides/notesSlide16.xml" ContentType="application/vnd.openxmlformats-officedocument.presentationml.notesSlide+xml"/>
  <Override PartName="/ppt/slides/slide16.xml" ContentType="application/vnd.openxmlformats-officedocument.presentationml.slide+xml"/>
  <Override PartName="/ppt/notesSlides/notesSlide17.xml" ContentType="application/vnd.openxmlformats-officedocument.presentationml.notesSlide+xml"/>
  <Override PartName="/ppt/slides/slide17.xml" ContentType="application/vnd.openxmlformats-officedocument.presentationml.slide+xml"/>
  <Override PartName="/ppt/notesSlides/notesSlide18.xml" ContentType="application/vnd.openxmlformats-officedocument.presentationml.notesSlide+xml"/>
  <Override PartName="/ppt/slides/slide18.xml" ContentType="application/vnd.openxmlformats-officedocument.presentationml.slide+xml"/>
  <Override PartName="/ppt/notesSlides/notesSlide19.xml" ContentType="application/vnd.openxmlformats-officedocument.presentationml.notesSlide+xml"/>
  <Override PartName="/ppt/slides/slide19.xml" ContentType="application/vnd.openxmlformats-officedocument.presentationml.slide+xml"/>
  <Override PartName="/ppt/notesSlides/notesSlide20.xml" ContentType="application/vnd.openxmlformats-officedocument.presentationml.notesSlide+xml"/>
  <Override PartName="/ppt/slides/slide20.xml" ContentType="application/vnd.openxmlformats-officedocument.presentationml.slide+xml"/>
  <Override PartName="/ppt/notesSlides/notesSlide21.xml" ContentType="application/vnd.openxmlformats-officedocument.presentationml.notesSlide+xml"/>
  <Override PartName="/ppt/slides/slide21.xml" ContentType="application/vnd.openxmlformats-officedocument.presentationml.slide+xml"/>
  <Override PartName="/ppt/notesSlides/notesSlide22.xml" ContentType="application/vnd.openxmlformats-officedocument.presentationml.notesSlide+xml"/>
  <Override PartName="/ppt/slides/slide22.xml" ContentType="application/vnd.openxmlformats-officedocument.presentationml.slide+xml"/>
  <Override PartName="/ppt/notesSlides/notesSlide23.xml" ContentType="application/vnd.openxmlformats-officedocument.presentationml.notesSlide+xml"/>
  <Override PartName="/ppt/slides/slide23.xml" ContentType="application/vnd.openxmlformats-officedocument.presentationml.slide+xml"/>
  <Override PartName="/ppt/notesSlides/notesSlide24.xml" ContentType="application/vnd.openxmlformats-officedocument.presentationml.notesSlide+xml"/>
  <Override PartName="/ppt/slides/slide24.xml" ContentType="application/vnd.openxmlformats-officedocument.presentationml.slide+xml"/>
  <Override PartName="/ppt/notesSlides/notesSlide25.xml" ContentType="application/vnd.openxmlformats-officedocument.presentationml.notesSlide+xml"/>
  <Override PartName="/ppt/slides/slide2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ppt/presentation.xml" ContentType="application/vnd.openxmlformats-officedocument.presentationml.presentation.main+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
  </p:notesMasterIdLst>
  <p:sldIdLst>
    <p:sldId id="256" r:id="rId3"/>
    <p:sldId id="257" r:id="rId4"/>
    <p:sldId id="258" r:id="rId5"/>
    <p:sldId id="259" r:id="rId6"/>
    <p:sldId id="260" r:id="rId7"/>
    <p:sldId id="261" r:id="rId8"/>
    <p:sldId id="262" r:id="rId9"/>
    <p:sldId id="263" r:id="rId10"/>
    <p:sldId id="264" r:id="rId11"/>
    <p:sldId id="265" r:id="rId12"/>
    <p:sldId id="266" r:id="rId13"/>
    <p:sldId id="267" r:id="rId14"/>
    <p:sldId id="268" r:id="rId15"/>
    <p:sldId id="269" r:id="rId16"/>
    <p:sldId id="270" r:id="rId17"/>
    <p:sldId id="271" r:id="rId18"/>
    <p:sldId id="272" r:id="rId19"/>
    <p:sldId id="273" r:id="rId20"/>
    <p:sldId id="274" r:id="rId21"/>
    <p:sldId id="275" r:id="rId22"/>
    <p:sldId id="276" r:id="rId23"/>
    <p:sldId id="277" r:id="rId24"/>
    <p:sldId id="278" r:id="rId25"/>
    <p:sldId id="279" r:id="rId26"/>
    <p:sldId id="280" r:id="rId27"/>
  </p:sldIdLst>
  <p:sldSz cx="12192000" cy="6858000"/>
  <p:notesSz cx="6858000" cy="9144000"/>
  <p:defaultTextStyle>
    <a:lvl1pPr marL="0" algn="l">
      <a:defRPr sz="1800" kern="1200">
        <a:solidFill>
          <a:schemeClr val="tx1"/>
        </a:solidFill>
        <a:latin typeface="+mn-lt"/>
      </a:defRPr>
    </a:lvl1pPr>
    <a:lvl2pPr marL="457200" algn="l">
      <a:defRPr sz="1800" kern="1200">
        <a:solidFill>
          <a:schemeClr val="tx1"/>
        </a:solidFill>
        <a:latin typeface="+mn-lt"/>
      </a:defRPr>
    </a:lvl2pPr>
    <a:lvl3pPr marL="914400" algn="l">
      <a:defRPr sz="1800" kern="1200">
        <a:solidFill>
          <a:schemeClr val="tx1"/>
        </a:solidFill>
        <a:latin typeface="+mn-lt"/>
      </a:defRPr>
    </a:lvl3pPr>
    <a:lvl4pPr marL="1371600" algn="l">
      <a:defRPr sz="1800" kern="1200">
        <a:solidFill>
          <a:schemeClr val="tx1"/>
        </a:solidFill>
        <a:latin typeface="+mn-lt"/>
      </a:defRPr>
    </a:lvl4pPr>
    <a:lvl5pPr marL="1828800" algn="l">
      <a:defRPr sz="1800" kern="1200">
        <a:solidFill>
          <a:schemeClr val="tx1"/>
        </a:solidFill>
        <a:latin typeface="+mn-lt"/>
      </a:defRPr>
    </a:lvl5pPr>
    <a:lvl6pPr marL="2286000" algn="l">
      <a:defRPr sz="1800" kern="1200">
        <a:solidFill>
          <a:schemeClr val="tx1"/>
        </a:solidFill>
        <a:latin typeface="+mn-lt"/>
      </a:defRPr>
    </a:lvl6pPr>
    <a:lvl7pPr marL="2743200" algn="l">
      <a:defRPr sz="1800" kern="1200">
        <a:solidFill>
          <a:schemeClr val="tx1"/>
        </a:solidFill>
        <a:latin typeface="+mn-lt"/>
      </a:defRPr>
    </a:lvl7pPr>
    <a:lvl8pPr marL="3200400" algn="l">
      <a:defRPr sz="1800" kern="1200">
        <a:solidFill>
          <a:schemeClr val="tx1"/>
        </a:solidFill>
        <a:latin typeface="+mn-lt"/>
      </a:defRPr>
    </a:lvl8pPr>
    <a:lvl9pPr marL="3657600" algn="l">
      <a:defRPr sz="1800" kern="1200">
        <a:solidFill>
          <a:schemeClr val="tx1"/>
        </a:solidFill>
        <a:latin typeface="+mn-lt"/>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srgbClr val="FF0000"/>
    </p:penClr>
  </p:showPr>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notesMaster" Target="notesMasters/notesMaster1.xml"/><Relationship Id="rId3" Type="http://schemas.openxmlformats.org/officeDocument/2006/relationships/slide" Target="slides/slide1.xml"/><Relationship Id="rId4" Type="http://schemas.openxmlformats.org/officeDocument/2006/relationships/slide" Target="slides/slide2.xml"/><Relationship Id="rId5" Type="http://schemas.openxmlformats.org/officeDocument/2006/relationships/slide" Target="slides/slide3.xml"/><Relationship Id="rId6" Type="http://schemas.openxmlformats.org/officeDocument/2006/relationships/slide" Target="slides/slide4.xml"/><Relationship Id="rId7" Type="http://schemas.openxmlformats.org/officeDocument/2006/relationships/slide" Target="slides/slide5.xml"/><Relationship Id="rId8" Type="http://schemas.openxmlformats.org/officeDocument/2006/relationships/slide" Target="slides/slide6.xml"/><Relationship Id="rId9" Type="http://schemas.openxmlformats.org/officeDocument/2006/relationships/slide" Target="slides/slide7.xml"/><Relationship Id="rId10" Type="http://schemas.openxmlformats.org/officeDocument/2006/relationships/slide" Target="slides/slide8.xml"/><Relationship Id="rId11" Type="http://schemas.openxmlformats.org/officeDocument/2006/relationships/slide" Target="slides/slide9.xml"/><Relationship Id="rId12" Type="http://schemas.openxmlformats.org/officeDocument/2006/relationships/slide" Target="slides/slide10.xml"/><Relationship Id="rId13" Type="http://schemas.openxmlformats.org/officeDocument/2006/relationships/slide" Target="slides/slide11.xml"/><Relationship Id="rId14" Type="http://schemas.openxmlformats.org/officeDocument/2006/relationships/slide" Target="slides/slide12.xml"/><Relationship Id="rId15" Type="http://schemas.openxmlformats.org/officeDocument/2006/relationships/slide" Target="slides/slide13.xml"/><Relationship Id="rId16" Type="http://schemas.openxmlformats.org/officeDocument/2006/relationships/slide" Target="slides/slide14.xml"/><Relationship Id="rId17" Type="http://schemas.openxmlformats.org/officeDocument/2006/relationships/slide" Target="slides/slide15.xml"/><Relationship Id="rId18" Type="http://schemas.openxmlformats.org/officeDocument/2006/relationships/slide" Target="slides/slide16.xml"/><Relationship Id="rId19" Type="http://schemas.openxmlformats.org/officeDocument/2006/relationships/slide" Target="slides/slide17.xml"/><Relationship Id="rId20" Type="http://schemas.openxmlformats.org/officeDocument/2006/relationships/slide" Target="slides/slide18.xml"/><Relationship Id="rId21" Type="http://schemas.openxmlformats.org/officeDocument/2006/relationships/slide" Target="slides/slide19.xml"/><Relationship Id="rId22" Type="http://schemas.openxmlformats.org/officeDocument/2006/relationships/slide" Target="slides/slide20.xml"/><Relationship Id="rId23" Type="http://schemas.openxmlformats.org/officeDocument/2006/relationships/slide" Target="slides/slide21.xml"/><Relationship Id="rId24" Type="http://schemas.openxmlformats.org/officeDocument/2006/relationships/slide" Target="slides/slide22.xml"/><Relationship Id="rId25" Type="http://schemas.openxmlformats.org/officeDocument/2006/relationships/slide" Target="slides/slide23.xml"/><Relationship Id="rId26" Type="http://schemas.openxmlformats.org/officeDocument/2006/relationships/slide" Target="slides/slide24.xml"/><Relationship Id="rId27" Type="http://schemas.openxmlformats.org/officeDocument/2006/relationships/slide" Target="slides/slide25.xml"/><Relationship Id="rId28" Type="http://schemas.openxmlformats.org/officeDocument/2006/relationships/theme" Target="theme/theme1.xml"/><Relationship Id="rId29" Type="http://schemas.openxmlformats.org/officeDocument/2006/relationships/presProps" Target="presProps.xml"/><Relationship Id="rId30" Type="http://schemas.openxmlformats.org/officeDocument/2006/relationships/viewProps" Target="viewProps.xml"/><Relationship Id="rId31"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48940" cy="457200"/>
          </a:xfrm>
          <a:prstGeom prst="rect">
            <a:avLst/>
          </a:prstGeom>
        </p:spPr>
        <p:txBody>
          <a:bodyPr/>
          <a:lstStyle/>
          <a:p/>
        </p:txBody>
      </p:sp>
      <p:sp>
        <p:nvSpPr>
          <p:cNvPr id="3" name="Date Placeholder 2"/>
          <p:cNvSpPr>
            <a:spLocks noGrp="1"/>
          </p:cNvSpPr>
          <p:nvPr>
            <p:ph type="dt" sz="quarter" idx="1"/>
          </p:nvPr>
        </p:nvSpPr>
        <p:spPr>
          <a:xfrm>
            <a:off x="3909060" y="0"/>
            <a:ext cx="2948940" cy="457200"/>
          </a:xfrm>
          <a:prstGeom prst="rect">
            <a:avLst/>
          </a:prstGeom>
        </p:spPr>
        <p:txBody>
          <a:bodyPr/>
          <a:lstStyle/>
          <a:p/>
        </p:txBody>
      </p:sp>
      <p:sp>
        <p:nvSpPr>
          <p:cNvPr id="4" name="Slide Image Placeholder 3"/>
          <p:cNvSpPr>
            <a:spLocks noGrp="1"/>
          </p:cNvSpPr>
          <p:nvPr>
            <p:ph type="sldImg" idx="2"/>
          </p:nvPr>
        </p:nvSpPr>
        <p:spPr>
          <a:xfrm>
            <a:off x="857250" y="1143000"/>
            <a:ext cx="5143500" cy="3429000"/>
          </a:xfrm>
          <a:prstGeom prst="rect">
            <a:avLst/>
          </a:prstGeom>
          <a:noFill/>
          <a:ln w="12700">
            <a:solidFill>
              <a:srgbClr val="000000"/>
            </a:solidFill>
          </a:ln>
        </p:spPr>
      </p:sp>
      <p:sp>
        <p:nvSpPr>
          <p:cNvPr id="5" name="Notes Placeholder 4"/>
          <p:cNvSpPr>
            <a:spLocks noGrp="1"/>
          </p:cNvSpPr>
          <p:nvPr>
            <p:ph type="body" sz="quarter" idx="3"/>
          </p:nvPr>
        </p:nvSpPr>
        <p:spPr>
          <a:xfrm>
            <a:off x="685800" y="4846320"/>
            <a:ext cx="5486400" cy="3291840"/>
          </a:xfrm>
          <a:prstGeom prst="rect">
            <a:avLst/>
          </a:prstGeom>
        </p:spPr>
        <p:txBody>
          <a:bodyPr/>
          <a:lstStyle/>
          <a:p>
            <a:r>
              <a:rPr/>
              <a:t>Click to edit Master text styles</a:t>
            </a:r>
          </a:p>
        </p:txBody>
      </p:sp>
      <p:sp>
        <p:nvSpPr>
          <p:cNvPr id="6" name="Footer Placeholder 5"/>
          <p:cNvSpPr>
            <a:spLocks noGrp="1"/>
          </p:cNvSpPr>
          <p:nvPr>
            <p:ph type="ftr" sz="quarter" idx="4"/>
          </p:nvPr>
        </p:nvSpPr>
        <p:spPr>
          <a:xfrm>
            <a:off x="0" y="8686800"/>
            <a:ext cx="2948940" cy="457200"/>
          </a:xfrm>
          <a:prstGeom prst="rect">
            <a:avLst/>
          </a:prstGeom>
        </p:spPr>
        <p:txBody>
          <a:bodyPr/>
          <a:lstStyle/>
          <a:p/>
        </p:txBody>
      </p:sp>
      <p:sp>
        <p:nvSpPr>
          <p:cNvPr id="7" name="Slide Number Placeholder 6"/>
          <p:cNvSpPr>
            <a:spLocks noGrp="1"/>
          </p:cNvSpPr>
          <p:nvPr>
            <p:ph type="sldNum" sz="quarter" idx="5"/>
          </p:nvPr>
        </p:nvSpPr>
        <p:spPr>
          <a:xfrm>
            <a:off x="3909060" y="8686800"/>
            <a:ext cx="2948940" cy="457200"/>
          </a:xfrm>
          <a:prstGeom prst="rect">
            <a:avLst/>
          </a:prstGeom>
        </p:spPr>
        <p:txBody>
          <a:bodyPr/>
          <a:lstStyle/>
          <a:p/>
        </p:txBody>
      </p:sp>
    </p:spTree>
  </p:cSld>
  <p:clrMap bg1="lt1" tx1="dk1" bg2="lt2" tx2="dk2" accent1="accent1" accent2="accent2" accent3="accent3" accent4="accent4" accent5="accent5" accent6="accent6" hlink="hlink" folHlink="folHlink"/>
  <p:notesStyle>
    <a:lvl1pPr marL="0" algn="l">
      <a:defRPr sz="1200">
        <a:solidFill>
          <a:schemeClr val="tx1"/>
        </a:solidFill>
        <a:latin typeface="+mn-lt"/>
      </a:defRPr>
    </a:lvl1pPr>
    <a:lvl2pPr marL="457200" algn="l">
      <a:defRPr sz="1200">
        <a:solidFill>
          <a:schemeClr val="tx1"/>
        </a:solidFill>
        <a:latin typeface="+mn-lt"/>
      </a:defRPr>
    </a:lvl2pPr>
    <a:lvl3pPr marL="914400" algn="l">
      <a:defRPr sz="1200">
        <a:solidFill>
          <a:schemeClr val="tx1"/>
        </a:solidFill>
        <a:latin typeface="+mn-lt"/>
      </a:defRPr>
    </a:lvl3pPr>
    <a:lvl4pPr marL="1371600" algn="l">
      <a:defRPr sz="1200">
        <a:solidFill>
          <a:schemeClr val="tx1"/>
        </a:solidFill>
        <a:latin typeface="+mn-lt"/>
      </a:defRPr>
    </a:lvl4pPr>
    <a:lvl5pPr marL="1828800" algn="l">
      <a:defRPr sz="1200">
        <a:solidFill>
          <a:schemeClr val="tx1"/>
        </a:solidFill>
        <a:latin typeface="+mn-lt"/>
      </a:defRPr>
    </a:lvl5pPr>
    <a:lvl6pPr marL="2286000" algn="l">
      <a:defRPr sz="1200">
        <a:solidFill>
          <a:schemeClr val="tx1"/>
        </a:solidFill>
        <a:latin typeface="+mn-lt"/>
      </a:defRPr>
    </a:lvl6pPr>
    <a:lvl7pPr marL="2743200" algn="l">
      <a:defRPr sz="1200">
        <a:solidFill>
          <a:schemeClr val="tx1"/>
        </a:solidFill>
        <a:latin typeface="+mn-lt"/>
      </a:defRPr>
    </a:lvl7pPr>
    <a:lvl8pPr marL="3200400" algn="l">
      <a:defRPr sz="1200">
        <a:solidFill>
          <a:schemeClr val="tx1"/>
        </a:solidFill>
        <a:latin typeface="+mn-lt"/>
      </a:defRPr>
    </a:lvl8pPr>
    <a:lvl9pPr marL="3657600" algn="l">
      <a:defRPr sz="1200">
        <a:solidFill>
          <a:schemeClr val="tx1"/>
        </a:solidFill>
        <a:latin typeface="+mn-lt"/>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rPr/>
              <a:t>Hello everyone. This is a quick tour of deckrt, the presentation app I use instead of PowerPoint. Each slide shows one thing it can do. Keep your phones out since a few slides ask for them.</a:t>
            </a: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rPr/>
              <a:t>This is the Earth in four layers. I can drag it to turn it and scroll to zoom in. Each time I press L, one layer comes off: first the crust, then the mantle, then the outer core. Press L once more and everything comes back.</a:t>
            </a: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rPr/>
              <a:t>These are three phases of the Moon in one frame. Each click shows the next one: a crescent, the first quarter, then the full moon.</a:t>
            </a: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rPr/>
              <a:t>This is the same hill in winter and in spring. I drag the line across to compare the two. Watch the trees as the line passes over them.</a:t>
            </a: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rPr/>
              <a:t>This is a bean plant on four days: day zero, day three, day seven and day fourteen. Dragging the slider steps through the growth. Most of the height comes in the second week.</a:t>
            </a: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rPr/>
              <a:t>This is a map of a small town. Clicking the box zooms the slide into the market square, and clicking again zooms back out.</a:t>
            </a: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rPr/>
              <a:t>Each label opens a short note. The crust is the thin rocky skin of the Earth. The inner core is as hot as the surface of the Sun and stays solid because of the pressure.</a:t>
            </a: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rPr/>
              <a:t>Time for a question. Scan the code on the screen and vote. Which layer of the Earth is the hottest? You have thirty seconds.</a:t>
            </a: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rPr/>
              <a:t>Most of you got it. The inner core is about five thousand two hundred degrees, as hot as the surface of the Sun.</a:t>
            </a: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rPr/>
              <a:t>Here I can measure the facial thirds on a picture. I drag the handles to the hairline, the brow, the base of the nose and the chin. Fifths, angles and ratios are in the same panel.</a:t>
            </a: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rPr/>
              <a:t>This is the injection map. Each click places a point with the product and dose I picked, toxin in units or filler in millilitres. The total shows under the face.</a:t>
            </a: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rPr/>
              <a:t>Your phones can do more than vote. I can hand one phone control of the globe, and that phone can point and draw on the slide. If the venue wifi blocks phones, the laptop makes its own hotspot.</a:t>
            </a: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rPr/>
              <a:t>Type up to three words that come to mind when you hear spring. The biggest words on the screen are the ones most of you typed.</a:t>
            </a: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rPr/>
              <a:t>Put these four planets in order of size, biggest first. I'll show the room's order when I close the answers.</a:t>
            </a: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rPr/>
              <a:t>How clear has this tour been so far? Rate it from one to five on your phone.</a:t>
            </a: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rPr/>
              <a:t>If you have a question, open the Questions tab and ask it, with your name or without. Back the ones you want answered and I'll take the top ones at the end. The heart, star, wow and lost me buttons float up the side of the screen.</a:t>
            </a: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rPr/>
              <a:t>Everything I say shows up at the bottom of the screen and on your phones. It runs on this laptop with no internet, and it understands Thai and English.</a:t>
            </a: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rPr/>
              <a:t>Before a talk I rehearse with the coach. It tells me how long each slide took, how fast I spoke, how many times I said um, and which slides I read out word for word.</a:t>
            </a: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rPr/>
              <a:t>I'm recording this talk right now. Each slide keeps what I said on it, and Export to Video turns the whole deck into a video for anyone who missed it.</a:t>
            </a: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rPr/>
              <a:t>Before I present, Check Deck finds videos that won't play and text that runs off the slide. Before I share a deck, Check Before Sharing finds patient numbers, cropped parts of photos and the details hidden in photos. Blur Area blurs a face for good.</a:t>
            </a: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rPr/>
              <a:t>The picture tools have sliders now. I click the picture, open Picture Format and drag Brightness, and the picture changes as I drag. Screenshot puts a picture of another window straight onto the slide.</a:t>
            </a: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rPr/>
              <a:t>Each box flies in on a click. On the Animations tab, Preview plays them right here on the slide, and hovering over an effect shows it moving before I pick it.</a:t>
            </a: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rPr/>
              <a:t>Find a Slide searches every deck on this laptop. If I type Earth, every slide I have made about the Earth shows up, and I can pull any of them into this deck.</a:t>
            </a: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rPr/>
              <a:t>This slide is a mess on purpose. The boxes don't line up, the gaps are uneven, one line of text is tiny and the last one runs off the slide. Tidy Slide on the Home tab fixes all of it in one click.</a:t>
            </a: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rPr/>
              <a:t>Thank you for listening. The feedback form is on your phones now, and the handout with your own notes is in the Slides tab.</a:t>
            </a: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7" name="Title 1"/>
          <p:cNvSpPr>
            <a:spLocks noGrp="1"/>
          </p:cNvSpPr>
          <p:nvPr>
            <p:ph type="ctrTitle"/>
          </p:nvPr>
        </p:nvSpPr>
        <p:spPr>
          <a:xfrm>
            <a:off x="1524000" y="1117600"/>
            <a:ext cx="9144000" cy="2387600"/>
          </a:xfrm>
          <a:prstGeom prst="rect">
            <a:avLst/>
          </a:prstGeom>
        </p:spPr>
        <p:txBody>
          <a:bodyPr anchor="b">
            <a:normAutofit fontScale="100000"/>
          </a:bodyPr>
          <a:lstStyle>
            <a:lvl1pPr algn="ctr">
              <a:defRPr sz="6000"/>
            </a:lvl1pPr>
          </a:lstStyle>
          <a:p/>
        </p:txBody>
      </p:sp>
      <p:sp>
        <p:nvSpPr>
          <p:cNvPr id="8" name="Subtitle 2"/>
          <p:cNvSpPr>
            <a:spLocks noGrp="1"/>
          </p:cNvSpPr>
          <p:nvPr>
            <p:ph type="subTitle" idx="1"/>
          </p:nvPr>
        </p:nvSpPr>
        <p:spPr>
          <a:xfrm>
            <a:off x="1524000" y="3606800"/>
            <a:ext cx="9144000" cy="1651000"/>
          </a:xfrm>
          <a:prstGeom prst="rect">
            <a:avLst/>
          </a:prstGeom>
        </p:spPr>
        <p:txBody>
          <a:bodyPr anchor="t">
            <a:normAutofit fontScale="100000"/>
          </a:bodyPr>
          <a:lstStyle>
            <a:lvl1pPr marL="0" indent="0" algn="ctr">
              <a:buNone/>
              <a:defRPr sz="2400"/>
            </a:lvl1pPr>
          </a:lstStyle>
          <a:p/>
        </p:txBody>
      </p:sp>
      <p:sp>
        <p:nvSpPr>
          <p:cNvPr id="9" name="Date Placeholder"/>
          <p:cNvSpPr>
            <a:spLocks noGrp="1"/>
          </p:cNvSpPr>
          <p:nvPr>
            <p:ph type="dt" idx="10"/>
          </p:nvPr>
        </p:nvSpPr>
        <p:spPr>
          <a:xfrm>
            <a:off x="762000" y="6350000"/>
            <a:ext cx="2743200" cy="355600"/>
          </a:xfrm>
          <a:prstGeom prst="rect">
            <a:avLst/>
          </a:prstGeom>
        </p:spPr>
        <p:txBody>
          <a:bodyPr anchor="ctr"/>
          <a:lstStyle>
            <a:lvl1pPr algn="l">
              <a:defRPr sz="1200">
                <a:solidFill>
                  <a:schemeClr val="tx1">
                    <a:tint val="75000"/>
                  </a:schemeClr>
                </a:solidFill>
              </a:defRPr>
            </a:lvl1pPr>
          </a:lstStyle>
          <a:p/>
        </p:txBody>
      </p:sp>
      <p:sp>
        <p:nvSpPr>
          <p:cNvPr id="10" name="Footer Placeholder"/>
          <p:cNvSpPr>
            <a:spLocks noGrp="1"/>
          </p:cNvSpPr>
          <p:nvPr>
            <p:ph type="ftr" idx="11"/>
          </p:nvPr>
        </p:nvSpPr>
        <p:spPr>
          <a:xfrm>
            <a:off x="4038600" y="6350000"/>
            <a:ext cx="4114800" cy="355600"/>
          </a:xfrm>
          <a:prstGeom prst="rect">
            <a:avLst/>
          </a:prstGeom>
        </p:spPr>
        <p:txBody>
          <a:bodyPr anchor="ctr"/>
          <a:lstStyle>
            <a:lvl1pPr algn="ctr">
              <a:defRPr sz="1200">
                <a:solidFill>
                  <a:schemeClr val="tx1">
                    <a:tint val="75000"/>
                  </a:schemeClr>
                </a:solidFill>
              </a:defRPr>
            </a:lvl1pPr>
          </a:lstStyle>
          <a:p/>
        </p:txBody>
      </p:sp>
      <p:sp>
        <p:nvSpPr>
          <p:cNvPr id="11" name="Slide Number Placeholder"/>
          <p:cNvSpPr>
            <a:spLocks noGrp="1"/>
          </p:cNvSpPr>
          <p:nvPr>
            <p:ph type="sldNum" idx="12"/>
          </p:nvPr>
        </p:nvSpPr>
        <p:spPr>
          <a:xfrm>
            <a:off x="8686800" y="6350000"/>
            <a:ext cx="2743200" cy="355600"/>
          </a:xfrm>
          <a:prstGeom prst="rect">
            <a:avLst/>
          </a:prstGeom>
        </p:spPr>
        <p:txBody>
          <a:bodyPr anchor="ctr"/>
          <a:lstStyle>
            <a:lvl1pPr algn="r">
              <a:defRPr sz="1200">
                <a:solidFill>
                  <a:schemeClr val="tx1">
                    <a:tint val="75000"/>
                  </a:schemeClr>
                </a:solidFill>
              </a:defRPr>
            </a:lvl1pPr>
          </a:lstStyle>
          <a:p>
            <a:fld id="{7DDC6D5D-A00E-4AA9-84F2-364CBECE0EEA}" type="slidenum">
              <a:rPr/>
              <a:t>‹#›</a:t>
            </a:fld>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13" name="Title 1"/>
          <p:cNvSpPr>
            <a:spLocks noGrp="1"/>
          </p:cNvSpPr>
          <p:nvPr>
            <p:ph type="title"/>
          </p:nvPr>
        </p:nvSpPr>
        <p:spPr>
          <a:xfrm>
            <a:off x="762000" y="368300"/>
            <a:ext cx="10668000" cy="1320800"/>
          </a:xfrm>
          <a:prstGeom prst="rect">
            <a:avLst/>
          </a:prstGeom>
        </p:spPr>
        <p:txBody>
          <a:bodyPr anchor="ctr">
            <a:normAutofit fontScale="100000"/>
          </a:bodyPr>
          <a:lstStyle/>
          <a:p/>
        </p:txBody>
      </p:sp>
      <p:sp>
        <p:nvSpPr>
          <p:cNvPr id="14" name="Content Placeholder 2"/>
          <p:cNvSpPr>
            <a:spLocks noGrp="1"/>
          </p:cNvSpPr>
          <p:nvPr>
            <p:ph idx="1"/>
          </p:nvPr>
        </p:nvSpPr>
        <p:spPr>
          <a:xfrm>
            <a:off x="762000" y="1828800"/>
            <a:ext cx="10668000" cy="4356100"/>
          </a:xfrm>
          <a:prstGeom prst="rect">
            <a:avLst/>
          </a:prstGeom>
        </p:spPr>
        <p:txBody>
          <a:bodyPr anchor="t">
            <a:normAutofit fontScale="100000"/>
          </a:bodyPr>
          <a:lstStyle/>
          <a:p/>
        </p:txBody>
      </p:sp>
      <p:sp>
        <p:nvSpPr>
          <p:cNvPr id="15" name="Date Placeholder"/>
          <p:cNvSpPr>
            <a:spLocks noGrp="1"/>
          </p:cNvSpPr>
          <p:nvPr>
            <p:ph type="dt" idx="10"/>
          </p:nvPr>
        </p:nvSpPr>
        <p:spPr>
          <a:xfrm>
            <a:off x="762000" y="6350000"/>
            <a:ext cx="2743200" cy="355600"/>
          </a:xfrm>
          <a:prstGeom prst="rect">
            <a:avLst/>
          </a:prstGeom>
        </p:spPr>
        <p:txBody>
          <a:bodyPr anchor="ctr"/>
          <a:lstStyle>
            <a:lvl1pPr algn="l">
              <a:defRPr sz="1200">
                <a:solidFill>
                  <a:schemeClr val="tx1">
                    <a:tint val="75000"/>
                  </a:schemeClr>
                </a:solidFill>
              </a:defRPr>
            </a:lvl1pPr>
          </a:lstStyle>
          <a:p/>
        </p:txBody>
      </p:sp>
      <p:sp>
        <p:nvSpPr>
          <p:cNvPr id="16" name="Footer Placeholder"/>
          <p:cNvSpPr>
            <a:spLocks noGrp="1"/>
          </p:cNvSpPr>
          <p:nvPr>
            <p:ph type="ftr" idx="11"/>
          </p:nvPr>
        </p:nvSpPr>
        <p:spPr>
          <a:xfrm>
            <a:off x="4038600" y="6350000"/>
            <a:ext cx="4114800" cy="355600"/>
          </a:xfrm>
          <a:prstGeom prst="rect">
            <a:avLst/>
          </a:prstGeom>
        </p:spPr>
        <p:txBody>
          <a:bodyPr anchor="ctr"/>
          <a:lstStyle>
            <a:lvl1pPr algn="ctr">
              <a:defRPr sz="1200">
                <a:solidFill>
                  <a:schemeClr val="tx1">
                    <a:tint val="75000"/>
                  </a:schemeClr>
                </a:solidFill>
              </a:defRPr>
            </a:lvl1pPr>
          </a:lstStyle>
          <a:p/>
        </p:txBody>
      </p:sp>
      <p:sp>
        <p:nvSpPr>
          <p:cNvPr id="17" name="Slide Number Placeholder"/>
          <p:cNvSpPr>
            <a:spLocks noGrp="1"/>
          </p:cNvSpPr>
          <p:nvPr>
            <p:ph type="sldNum" idx="12"/>
          </p:nvPr>
        </p:nvSpPr>
        <p:spPr>
          <a:xfrm>
            <a:off x="8686800" y="6350000"/>
            <a:ext cx="2743200" cy="355600"/>
          </a:xfrm>
          <a:prstGeom prst="rect">
            <a:avLst/>
          </a:prstGeom>
        </p:spPr>
        <p:txBody>
          <a:bodyPr anchor="ctr"/>
          <a:lstStyle>
            <a:lvl1pPr algn="r">
              <a:defRPr sz="1200">
                <a:solidFill>
                  <a:schemeClr val="tx1">
                    <a:tint val="75000"/>
                  </a:schemeClr>
                </a:solidFill>
              </a:defRPr>
            </a:lvl1pPr>
          </a:lstStyle>
          <a:p>
            <a:fld id="{EDCD0F9E-EF7E-4C26-8662-25A73F2263DD}" type="slidenum">
              <a:rPr/>
              <a:t>‹#›</a:t>
            </a:fld>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19" name="Title 1"/>
          <p:cNvSpPr>
            <a:spLocks noGrp="1"/>
          </p:cNvSpPr>
          <p:nvPr>
            <p:ph type="title"/>
          </p:nvPr>
        </p:nvSpPr>
        <p:spPr>
          <a:xfrm>
            <a:off x="825500" y="1714500"/>
            <a:ext cx="10541000" cy="2857500"/>
          </a:xfrm>
          <a:prstGeom prst="rect">
            <a:avLst/>
          </a:prstGeom>
        </p:spPr>
        <p:txBody>
          <a:bodyPr anchor="b"/>
          <a:lstStyle>
            <a:lvl1pPr>
              <a:defRPr sz="6000"/>
            </a:lvl1pPr>
          </a:lstStyle>
          <a:p/>
        </p:txBody>
      </p:sp>
      <p:sp>
        <p:nvSpPr>
          <p:cNvPr id="20" name="Text Placeholder 2"/>
          <p:cNvSpPr>
            <a:spLocks noGrp="1"/>
          </p:cNvSpPr>
          <p:nvPr>
            <p:ph type="body" idx="1"/>
          </p:nvPr>
        </p:nvSpPr>
        <p:spPr>
          <a:xfrm>
            <a:off x="825500" y="4597400"/>
            <a:ext cx="10541000" cy="1498600"/>
          </a:xfrm>
          <a:prstGeom prst="rect">
            <a:avLst/>
          </a:prstGeom>
        </p:spPr>
        <p:txBody>
          <a:bodyPr anchor="t">
            <a:normAutofit fontScale="100000"/>
          </a:bodyPr>
          <a:lstStyle>
            <a:lvl1pPr marL="0" indent="0">
              <a:buNone/>
              <a:defRPr sz="2400">
                <a:solidFill>
                  <a:schemeClr val="tx1">
                    <a:tint val="82000"/>
                  </a:schemeClr>
                </a:solidFill>
              </a:defRPr>
            </a:lvl1pPr>
          </a:lstStyle>
          <a:p/>
        </p:txBody>
      </p:sp>
      <p:sp>
        <p:nvSpPr>
          <p:cNvPr id="21" name="Date Placeholder"/>
          <p:cNvSpPr>
            <a:spLocks noGrp="1"/>
          </p:cNvSpPr>
          <p:nvPr>
            <p:ph type="dt" idx="10"/>
          </p:nvPr>
        </p:nvSpPr>
        <p:spPr>
          <a:xfrm>
            <a:off x="762000" y="6350000"/>
            <a:ext cx="2743200" cy="355600"/>
          </a:xfrm>
          <a:prstGeom prst="rect">
            <a:avLst/>
          </a:prstGeom>
        </p:spPr>
        <p:txBody>
          <a:bodyPr anchor="ctr"/>
          <a:lstStyle>
            <a:lvl1pPr algn="l">
              <a:defRPr sz="1200">
                <a:solidFill>
                  <a:schemeClr val="tx1">
                    <a:tint val="75000"/>
                  </a:schemeClr>
                </a:solidFill>
              </a:defRPr>
            </a:lvl1pPr>
          </a:lstStyle>
          <a:p/>
        </p:txBody>
      </p:sp>
      <p:sp>
        <p:nvSpPr>
          <p:cNvPr id="22" name="Footer Placeholder"/>
          <p:cNvSpPr>
            <a:spLocks noGrp="1"/>
          </p:cNvSpPr>
          <p:nvPr>
            <p:ph type="ftr" idx="11"/>
          </p:nvPr>
        </p:nvSpPr>
        <p:spPr>
          <a:xfrm>
            <a:off x="4038600" y="6350000"/>
            <a:ext cx="4114800" cy="355600"/>
          </a:xfrm>
          <a:prstGeom prst="rect">
            <a:avLst/>
          </a:prstGeom>
        </p:spPr>
        <p:txBody>
          <a:bodyPr anchor="ctr"/>
          <a:lstStyle>
            <a:lvl1pPr algn="ctr">
              <a:defRPr sz="1200">
                <a:solidFill>
                  <a:schemeClr val="tx1">
                    <a:tint val="75000"/>
                  </a:schemeClr>
                </a:solidFill>
              </a:defRPr>
            </a:lvl1pPr>
          </a:lstStyle>
          <a:p/>
        </p:txBody>
      </p:sp>
      <p:sp>
        <p:nvSpPr>
          <p:cNvPr id="23" name="Slide Number Placeholder"/>
          <p:cNvSpPr>
            <a:spLocks noGrp="1"/>
          </p:cNvSpPr>
          <p:nvPr>
            <p:ph type="sldNum" idx="12"/>
          </p:nvPr>
        </p:nvSpPr>
        <p:spPr>
          <a:xfrm>
            <a:off x="8686800" y="6350000"/>
            <a:ext cx="2743200" cy="355600"/>
          </a:xfrm>
          <a:prstGeom prst="rect">
            <a:avLst/>
          </a:prstGeom>
        </p:spPr>
        <p:txBody>
          <a:bodyPr anchor="ctr"/>
          <a:lstStyle>
            <a:lvl1pPr algn="r">
              <a:defRPr sz="1200">
                <a:solidFill>
                  <a:schemeClr val="tx1">
                    <a:tint val="75000"/>
                  </a:schemeClr>
                </a:solidFill>
              </a:defRPr>
            </a:lvl1pPr>
          </a:lstStyle>
          <a:p>
            <a:fld id="{87C18080-B33E-4073-8615-72D8F5AE8F78}" type="slidenum">
              <a:rPr/>
              <a:t>‹#›</a:t>
            </a:fld>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5" name="Title 1"/>
          <p:cNvSpPr>
            <a:spLocks noGrp="1"/>
          </p:cNvSpPr>
          <p:nvPr>
            <p:ph type="title"/>
          </p:nvPr>
        </p:nvSpPr>
        <p:spPr>
          <a:xfrm>
            <a:off x="762000" y="368300"/>
            <a:ext cx="10668000" cy="1320800"/>
          </a:xfrm>
          <a:prstGeom prst="rect">
            <a:avLst/>
          </a:prstGeom>
        </p:spPr>
        <p:txBody>
          <a:bodyPr anchor="ctr">
            <a:normAutofit fontScale="100000"/>
          </a:bodyPr>
          <a:lstStyle/>
          <a:p/>
        </p:txBody>
      </p:sp>
      <p:sp>
        <p:nvSpPr>
          <p:cNvPr id="26" name="Content Placeholder 2"/>
          <p:cNvSpPr>
            <a:spLocks noGrp="1"/>
          </p:cNvSpPr>
          <p:nvPr>
            <p:ph idx="1"/>
          </p:nvPr>
        </p:nvSpPr>
        <p:spPr>
          <a:xfrm>
            <a:off x="762000" y="1828800"/>
            <a:ext cx="5232400" cy="4356100"/>
          </a:xfrm>
          <a:prstGeom prst="rect">
            <a:avLst/>
          </a:prstGeom>
        </p:spPr>
        <p:txBody>
          <a:bodyPr anchor="t">
            <a:normAutofit fontScale="100000"/>
          </a:bodyPr>
          <a:lstStyle/>
          <a:p/>
        </p:txBody>
      </p:sp>
      <p:sp>
        <p:nvSpPr>
          <p:cNvPr id="27" name="Content Placeholder 3"/>
          <p:cNvSpPr>
            <a:spLocks noGrp="1"/>
          </p:cNvSpPr>
          <p:nvPr>
            <p:ph idx="2"/>
          </p:nvPr>
        </p:nvSpPr>
        <p:spPr>
          <a:xfrm>
            <a:off x="6197600" y="1828800"/>
            <a:ext cx="5232400" cy="4356100"/>
          </a:xfrm>
          <a:prstGeom prst="rect">
            <a:avLst/>
          </a:prstGeom>
        </p:spPr>
        <p:txBody>
          <a:bodyPr anchor="t">
            <a:normAutofit fontScale="100000"/>
          </a:bodyPr>
          <a:lstStyle/>
          <a:p/>
        </p:txBody>
      </p:sp>
      <p:sp>
        <p:nvSpPr>
          <p:cNvPr id="28" name="Date Placeholder"/>
          <p:cNvSpPr>
            <a:spLocks noGrp="1"/>
          </p:cNvSpPr>
          <p:nvPr>
            <p:ph type="dt" idx="10"/>
          </p:nvPr>
        </p:nvSpPr>
        <p:spPr>
          <a:xfrm>
            <a:off x="762000" y="6350000"/>
            <a:ext cx="2743200" cy="355600"/>
          </a:xfrm>
          <a:prstGeom prst="rect">
            <a:avLst/>
          </a:prstGeom>
        </p:spPr>
        <p:txBody>
          <a:bodyPr anchor="ctr"/>
          <a:lstStyle>
            <a:lvl1pPr algn="l">
              <a:defRPr sz="1200">
                <a:solidFill>
                  <a:schemeClr val="tx1">
                    <a:tint val="75000"/>
                  </a:schemeClr>
                </a:solidFill>
              </a:defRPr>
            </a:lvl1pPr>
          </a:lstStyle>
          <a:p/>
        </p:txBody>
      </p:sp>
      <p:sp>
        <p:nvSpPr>
          <p:cNvPr id="29" name="Footer Placeholder"/>
          <p:cNvSpPr>
            <a:spLocks noGrp="1"/>
          </p:cNvSpPr>
          <p:nvPr>
            <p:ph type="ftr" idx="11"/>
          </p:nvPr>
        </p:nvSpPr>
        <p:spPr>
          <a:xfrm>
            <a:off x="4038600" y="6350000"/>
            <a:ext cx="4114800" cy="355600"/>
          </a:xfrm>
          <a:prstGeom prst="rect">
            <a:avLst/>
          </a:prstGeom>
        </p:spPr>
        <p:txBody>
          <a:bodyPr anchor="ctr"/>
          <a:lstStyle>
            <a:lvl1pPr algn="ctr">
              <a:defRPr sz="1200">
                <a:solidFill>
                  <a:schemeClr val="tx1">
                    <a:tint val="75000"/>
                  </a:schemeClr>
                </a:solidFill>
              </a:defRPr>
            </a:lvl1pPr>
          </a:lstStyle>
          <a:p/>
        </p:txBody>
      </p:sp>
      <p:sp>
        <p:nvSpPr>
          <p:cNvPr id="30" name="Slide Number Placeholder"/>
          <p:cNvSpPr>
            <a:spLocks noGrp="1"/>
          </p:cNvSpPr>
          <p:nvPr>
            <p:ph type="sldNum" idx="12"/>
          </p:nvPr>
        </p:nvSpPr>
        <p:spPr>
          <a:xfrm>
            <a:off x="8686800" y="6350000"/>
            <a:ext cx="2743200" cy="355600"/>
          </a:xfrm>
          <a:prstGeom prst="rect">
            <a:avLst/>
          </a:prstGeom>
        </p:spPr>
        <p:txBody>
          <a:bodyPr anchor="ctr"/>
          <a:lstStyle>
            <a:lvl1pPr algn="r">
              <a:defRPr sz="1200">
                <a:solidFill>
                  <a:schemeClr val="tx1">
                    <a:tint val="75000"/>
                  </a:schemeClr>
                </a:solidFill>
              </a:defRPr>
            </a:lvl1pPr>
          </a:lstStyle>
          <a:p>
            <a:fld id="{85CB9569-04AF-4288-8880-64CE52ABE7A3}" type="slidenum">
              <a:rPr/>
              <a:t>‹#›</a:t>
            </a:fld>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32" name="Title 1"/>
          <p:cNvSpPr>
            <a:spLocks noGrp="1"/>
          </p:cNvSpPr>
          <p:nvPr>
            <p:ph type="title"/>
          </p:nvPr>
        </p:nvSpPr>
        <p:spPr>
          <a:xfrm>
            <a:off x="762000" y="368300"/>
            <a:ext cx="10668000" cy="1320800"/>
          </a:xfrm>
          <a:prstGeom prst="rect">
            <a:avLst/>
          </a:prstGeom>
        </p:spPr>
        <p:txBody>
          <a:bodyPr anchor="ctr">
            <a:normAutofit fontScale="100000"/>
          </a:bodyPr>
          <a:lstStyle/>
          <a:p/>
        </p:txBody>
      </p:sp>
      <p:sp>
        <p:nvSpPr>
          <p:cNvPr id="33" name="Text Placeholder 2"/>
          <p:cNvSpPr>
            <a:spLocks noGrp="1"/>
          </p:cNvSpPr>
          <p:nvPr>
            <p:ph type="body" idx="1"/>
          </p:nvPr>
        </p:nvSpPr>
        <p:spPr>
          <a:xfrm>
            <a:off x="762000" y="1689100"/>
            <a:ext cx="5232400" cy="787400"/>
          </a:xfrm>
          <a:prstGeom prst="rect">
            <a:avLst/>
          </a:prstGeom>
        </p:spPr>
        <p:txBody>
          <a:bodyPr anchor="b"/>
          <a:lstStyle>
            <a:lvl1pPr marL="0" indent="0">
              <a:buNone/>
              <a:defRPr sz="2400" b="1"/>
            </a:lvl1pPr>
          </a:lstStyle>
          <a:p/>
        </p:txBody>
      </p:sp>
      <p:sp>
        <p:nvSpPr>
          <p:cNvPr id="34" name="Content Placeholder 3"/>
          <p:cNvSpPr>
            <a:spLocks noGrp="1"/>
          </p:cNvSpPr>
          <p:nvPr>
            <p:ph idx="2"/>
          </p:nvPr>
        </p:nvSpPr>
        <p:spPr>
          <a:xfrm>
            <a:off x="762000" y="2514600"/>
            <a:ext cx="5232400" cy="3670300"/>
          </a:xfrm>
          <a:prstGeom prst="rect">
            <a:avLst/>
          </a:prstGeom>
        </p:spPr>
        <p:txBody>
          <a:bodyPr anchor="t">
            <a:normAutofit fontScale="100000"/>
          </a:bodyPr>
          <a:lstStyle/>
          <a:p/>
        </p:txBody>
      </p:sp>
      <p:sp>
        <p:nvSpPr>
          <p:cNvPr id="35" name="Text Placeholder 4"/>
          <p:cNvSpPr>
            <a:spLocks noGrp="1"/>
          </p:cNvSpPr>
          <p:nvPr>
            <p:ph type="body" idx="3"/>
          </p:nvPr>
        </p:nvSpPr>
        <p:spPr>
          <a:xfrm>
            <a:off x="6197600" y="1689100"/>
            <a:ext cx="5232400" cy="787400"/>
          </a:xfrm>
          <a:prstGeom prst="rect">
            <a:avLst/>
          </a:prstGeom>
        </p:spPr>
        <p:txBody>
          <a:bodyPr anchor="b"/>
          <a:lstStyle>
            <a:lvl1pPr marL="0" indent="0">
              <a:buNone/>
              <a:defRPr sz="2400" b="1"/>
            </a:lvl1pPr>
          </a:lstStyle>
          <a:p/>
        </p:txBody>
      </p:sp>
      <p:sp>
        <p:nvSpPr>
          <p:cNvPr id="36" name="Content Placeholder 5"/>
          <p:cNvSpPr>
            <a:spLocks noGrp="1"/>
          </p:cNvSpPr>
          <p:nvPr>
            <p:ph idx="4"/>
          </p:nvPr>
        </p:nvSpPr>
        <p:spPr>
          <a:xfrm>
            <a:off x="6197600" y="2514600"/>
            <a:ext cx="5232400" cy="3670300"/>
          </a:xfrm>
          <a:prstGeom prst="rect">
            <a:avLst/>
          </a:prstGeom>
        </p:spPr>
        <p:txBody>
          <a:bodyPr anchor="t">
            <a:normAutofit fontScale="100000"/>
          </a:bodyPr>
          <a:lstStyle/>
          <a:p/>
        </p:txBody>
      </p:sp>
      <p:sp>
        <p:nvSpPr>
          <p:cNvPr id="37" name="Date Placeholder"/>
          <p:cNvSpPr>
            <a:spLocks noGrp="1"/>
          </p:cNvSpPr>
          <p:nvPr>
            <p:ph type="dt" idx="10"/>
          </p:nvPr>
        </p:nvSpPr>
        <p:spPr>
          <a:xfrm>
            <a:off x="762000" y="6350000"/>
            <a:ext cx="2743200" cy="355600"/>
          </a:xfrm>
          <a:prstGeom prst="rect">
            <a:avLst/>
          </a:prstGeom>
        </p:spPr>
        <p:txBody>
          <a:bodyPr anchor="ctr"/>
          <a:lstStyle>
            <a:lvl1pPr algn="l">
              <a:defRPr sz="1200">
                <a:solidFill>
                  <a:schemeClr val="tx1">
                    <a:tint val="75000"/>
                  </a:schemeClr>
                </a:solidFill>
              </a:defRPr>
            </a:lvl1pPr>
          </a:lstStyle>
          <a:p/>
        </p:txBody>
      </p:sp>
      <p:sp>
        <p:nvSpPr>
          <p:cNvPr id="38" name="Footer Placeholder"/>
          <p:cNvSpPr>
            <a:spLocks noGrp="1"/>
          </p:cNvSpPr>
          <p:nvPr>
            <p:ph type="ftr" idx="11"/>
          </p:nvPr>
        </p:nvSpPr>
        <p:spPr>
          <a:xfrm>
            <a:off x="4038600" y="6350000"/>
            <a:ext cx="4114800" cy="355600"/>
          </a:xfrm>
          <a:prstGeom prst="rect">
            <a:avLst/>
          </a:prstGeom>
        </p:spPr>
        <p:txBody>
          <a:bodyPr anchor="ctr"/>
          <a:lstStyle>
            <a:lvl1pPr algn="ctr">
              <a:defRPr sz="1200">
                <a:solidFill>
                  <a:schemeClr val="tx1">
                    <a:tint val="75000"/>
                  </a:schemeClr>
                </a:solidFill>
              </a:defRPr>
            </a:lvl1pPr>
          </a:lstStyle>
          <a:p/>
        </p:txBody>
      </p:sp>
      <p:sp>
        <p:nvSpPr>
          <p:cNvPr id="39" name="Slide Number Placeholder"/>
          <p:cNvSpPr>
            <a:spLocks noGrp="1"/>
          </p:cNvSpPr>
          <p:nvPr>
            <p:ph type="sldNum" idx="12"/>
          </p:nvPr>
        </p:nvSpPr>
        <p:spPr>
          <a:xfrm>
            <a:off x="8686800" y="6350000"/>
            <a:ext cx="2743200" cy="355600"/>
          </a:xfrm>
          <a:prstGeom prst="rect">
            <a:avLst/>
          </a:prstGeom>
        </p:spPr>
        <p:txBody>
          <a:bodyPr anchor="ctr"/>
          <a:lstStyle>
            <a:lvl1pPr algn="r">
              <a:defRPr sz="1200">
                <a:solidFill>
                  <a:schemeClr val="tx1">
                    <a:tint val="75000"/>
                  </a:schemeClr>
                </a:solidFill>
              </a:defRPr>
            </a:lvl1pPr>
          </a:lstStyle>
          <a:p>
            <a:fld id="{BF533E07-937E-4FED-8300-891295843456}" type="slidenum">
              <a:rPr/>
              <a:t>‹#›</a:t>
            </a:fld>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41" name="Title 1"/>
          <p:cNvSpPr>
            <a:spLocks noGrp="1"/>
          </p:cNvSpPr>
          <p:nvPr>
            <p:ph type="title"/>
          </p:nvPr>
        </p:nvSpPr>
        <p:spPr>
          <a:xfrm>
            <a:off x="762000" y="368300"/>
            <a:ext cx="10668000" cy="1320800"/>
          </a:xfrm>
          <a:prstGeom prst="rect">
            <a:avLst/>
          </a:prstGeom>
        </p:spPr>
        <p:txBody>
          <a:bodyPr anchor="ctr">
            <a:normAutofit fontScale="100000"/>
          </a:bodyPr>
          <a:lstStyle/>
          <a:p/>
        </p:txBody>
      </p:sp>
      <p:sp>
        <p:nvSpPr>
          <p:cNvPr id="42" name="Date Placeholder"/>
          <p:cNvSpPr>
            <a:spLocks noGrp="1"/>
          </p:cNvSpPr>
          <p:nvPr>
            <p:ph type="dt" idx="10"/>
          </p:nvPr>
        </p:nvSpPr>
        <p:spPr>
          <a:xfrm>
            <a:off x="762000" y="6350000"/>
            <a:ext cx="2743200" cy="355600"/>
          </a:xfrm>
          <a:prstGeom prst="rect">
            <a:avLst/>
          </a:prstGeom>
        </p:spPr>
        <p:txBody>
          <a:bodyPr anchor="ctr"/>
          <a:lstStyle>
            <a:lvl1pPr algn="l">
              <a:defRPr sz="1200">
                <a:solidFill>
                  <a:schemeClr val="tx1">
                    <a:tint val="75000"/>
                  </a:schemeClr>
                </a:solidFill>
              </a:defRPr>
            </a:lvl1pPr>
          </a:lstStyle>
          <a:p/>
        </p:txBody>
      </p:sp>
      <p:sp>
        <p:nvSpPr>
          <p:cNvPr id="43" name="Footer Placeholder"/>
          <p:cNvSpPr>
            <a:spLocks noGrp="1"/>
          </p:cNvSpPr>
          <p:nvPr>
            <p:ph type="ftr" idx="11"/>
          </p:nvPr>
        </p:nvSpPr>
        <p:spPr>
          <a:xfrm>
            <a:off x="4038600" y="6350000"/>
            <a:ext cx="4114800" cy="355600"/>
          </a:xfrm>
          <a:prstGeom prst="rect">
            <a:avLst/>
          </a:prstGeom>
        </p:spPr>
        <p:txBody>
          <a:bodyPr anchor="ctr"/>
          <a:lstStyle>
            <a:lvl1pPr algn="ctr">
              <a:defRPr sz="1200">
                <a:solidFill>
                  <a:schemeClr val="tx1">
                    <a:tint val="75000"/>
                  </a:schemeClr>
                </a:solidFill>
              </a:defRPr>
            </a:lvl1pPr>
          </a:lstStyle>
          <a:p/>
        </p:txBody>
      </p:sp>
      <p:sp>
        <p:nvSpPr>
          <p:cNvPr id="44" name="Slide Number Placeholder"/>
          <p:cNvSpPr>
            <a:spLocks noGrp="1"/>
          </p:cNvSpPr>
          <p:nvPr>
            <p:ph type="sldNum" idx="12"/>
          </p:nvPr>
        </p:nvSpPr>
        <p:spPr>
          <a:xfrm>
            <a:off x="8686800" y="6350000"/>
            <a:ext cx="2743200" cy="355600"/>
          </a:xfrm>
          <a:prstGeom prst="rect">
            <a:avLst/>
          </a:prstGeom>
        </p:spPr>
        <p:txBody>
          <a:bodyPr anchor="ctr"/>
          <a:lstStyle>
            <a:lvl1pPr algn="r">
              <a:defRPr sz="1200">
                <a:solidFill>
                  <a:schemeClr val="tx1">
                    <a:tint val="75000"/>
                  </a:schemeClr>
                </a:solidFill>
              </a:defRPr>
            </a:lvl1pPr>
          </a:lstStyle>
          <a:p>
            <a:fld id="{7A28B55B-FA15-48BA-860D-0231187503D9}" type="slidenum">
              <a:rPr/>
              <a:t>‹#›</a:t>
            </a:fld>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46" name="Date Placeholder"/>
          <p:cNvSpPr>
            <a:spLocks noGrp="1"/>
          </p:cNvSpPr>
          <p:nvPr>
            <p:ph type="dt" idx="10"/>
          </p:nvPr>
        </p:nvSpPr>
        <p:spPr>
          <a:xfrm>
            <a:off x="762000" y="6350000"/>
            <a:ext cx="2743200" cy="355600"/>
          </a:xfrm>
          <a:prstGeom prst="rect">
            <a:avLst/>
          </a:prstGeom>
        </p:spPr>
        <p:txBody>
          <a:bodyPr anchor="ctr"/>
          <a:lstStyle>
            <a:lvl1pPr algn="l">
              <a:defRPr sz="1200">
                <a:solidFill>
                  <a:schemeClr val="tx1">
                    <a:tint val="75000"/>
                  </a:schemeClr>
                </a:solidFill>
              </a:defRPr>
            </a:lvl1pPr>
          </a:lstStyle>
          <a:p/>
        </p:txBody>
      </p:sp>
      <p:sp>
        <p:nvSpPr>
          <p:cNvPr id="47" name="Footer Placeholder"/>
          <p:cNvSpPr>
            <a:spLocks noGrp="1"/>
          </p:cNvSpPr>
          <p:nvPr>
            <p:ph type="ftr" idx="11"/>
          </p:nvPr>
        </p:nvSpPr>
        <p:spPr>
          <a:xfrm>
            <a:off x="4038600" y="6350000"/>
            <a:ext cx="4114800" cy="355600"/>
          </a:xfrm>
          <a:prstGeom prst="rect">
            <a:avLst/>
          </a:prstGeom>
        </p:spPr>
        <p:txBody>
          <a:bodyPr anchor="ctr"/>
          <a:lstStyle>
            <a:lvl1pPr algn="ctr">
              <a:defRPr sz="1200">
                <a:solidFill>
                  <a:schemeClr val="tx1">
                    <a:tint val="75000"/>
                  </a:schemeClr>
                </a:solidFill>
              </a:defRPr>
            </a:lvl1pPr>
          </a:lstStyle>
          <a:p/>
        </p:txBody>
      </p:sp>
      <p:sp>
        <p:nvSpPr>
          <p:cNvPr id="48" name="Slide Number Placeholder"/>
          <p:cNvSpPr>
            <a:spLocks noGrp="1"/>
          </p:cNvSpPr>
          <p:nvPr>
            <p:ph type="sldNum" idx="12"/>
          </p:nvPr>
        </p:nvSpPr>
        <p:spPr>
          <a:xfrm>
            <a:off x="8686800" y="6350000"/>
            <a:ext cx="2743200" cy="355600"/>
          </a:xfrm>
          <a:prstGeom prst="rect">
            <a:avLst/>
          </a:prstGeom>
        </p:spPr>
        <p:txBody>
          <a:bodyPr anchor="ctr"/>
          <a:lstStyle>
            <a:lvl1pPr algn="r">
              <a:defRPr sz="1200">
                <a:solidFill>
                  <a:schemeClr val="tx1">
                    <a:tint val="75000"/>
                  </a:schemeClr>
                </a:solidFill>
              </a:defRPr>
            </a:lvl1pPr>
          </a:lstStyle>
          <a:p>
            <a:fld id="{00E0EBC0-ADA9-4FA7-889C-9287646BC794}" type="slidenum">
              <a:rPr/>
              <a:t>‹#›</a:t>
            </a:fld>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50" name="Title 1"/>
          <p:cNvSpPr>
            <a:spLocks noGrp="1"/>
          </p:cNvSpPr>
          <p:nvPr>
            <p:ph type="title"/>
          </p:nvPr>
        </p:nvSpPr>
        <p:spPr>
          <a:xfrm>
            <a:off x="762000" y="457200"/>
            <a:ext cx="4089400" cy="1600200"/>
          </a:xfrm>
          <a:prstGeom prst="rect">
            <a:avLst/>
          </a:prstGeom>
        </p:spPr>
        <p:txBody>
          <a:bodyPr anchor="b"/>
          <a:lstStyle>
            <a:lvl1pPr>
              <a:defRPr sz="3200"/>
            </a:lvl1pPr>
          </a:lstStyle>
          <a:p/>
        </p:txBody>
      </p:sp>
      <p:sp>
        <p:nvSpPr>
          <p:cNvPr id="51" name="Content Placeholder 2"/>
          <p:cNvSpPr>
            <a:spLocks noGrp="1"/>
          </p:cNvSpPr>
          <p:nvPr>
            <p:ph idx="1"/>
          </p:nvPr>
        </p:nvSpPr>
        <p:spPr>
          <a:xfrm>
            <a:off x="5232400" y="990600"/>
            <a:ext cx="6197600" cy="4876800"/>
          </a:xfrm>
          <a:prstGeom prst="rect">
            <a:avLst/>
          </a:prstGeom>
        </p:spPr>
        <p:txBody>
          <a:bodyPr anchor="t">
            <a:normAutofit fontScale="100000"/>
          </a:bodyPr>
          <a:lstStyle/>
          <a:p/>
        </p:txBody>
      </p:sp>
      <p:sp>
        <p:nvSpPr>
          <p:cNvPr id="52" name="Text Placeholder 3"/>
          <p:cNvSpPr>
            <a:spLocks noGrp="1"/>
          </p:cNvSpPr>
          <p:nvPr>
            <p:ph type="body" idx="2"/>
          </p:nvPr>
        </p:nvSpPr>
        <p:spPr>
          <a:xfrm>
            <a:off x="762000" y="2057400"/>
            <a:ext cx="4089400" cy="3810000"/>
          </a:xfrm>
          <a:prstGeom prst="rect">
            <a:avLst/>
          </a:prstGeom>
        </p:spPr>
        <p:txBody>
          <a:bodyPr anchor="t">
            <a:normAutofit fontScale="100000"/>
          </a:bodyPr>
          <a:lstStyle>
            <a:lvl1pPr marL="0" indent="0">
              <a:buNone/>
              <a:defRPr sz="1600"/>
            </a:lvl1pPr>
          </a:lstStyle>
          <a:p/>
        </p:txBody>
      </p:sp>
      <p:sp>
        <p:nvSpPr>
          <p:cNvPr id="53" name="Date Placeholder"/>
          <p:cNvSpPr>
            <a:spLocks noGrp="1"/>
          </p:cNvSpPr>
          <p:nvPr>
            <p:ph type="dt" idx="10"/>
          </p:nvPr>
        </p:nvSpPr>
        <p:spPr>
          <a:xfrm>
            <a:off x="762000" y="6350000"/>
            <a:ext cx="2743200" cy="355600"/>
          </a:xfrm>
          <a:prstGeom prst="rect">
            <a:avLst/>
          </a:prstGeom>
        </p:spPr>
        <p:txBody>
          <a:bodyPr anchor="ctr"/>
          <a:lstStyle>
            <a:lvl1pPr algn="l">
              <a:defRPr sz="1200">
                <a:solidFill>
                  <a:schemeClr val="tx1">
                    <a:tint val="75000"/>
                  </a:schemeClr>
                </a:solidFill>
              </a:defRPr>
            </a:lvl1pPr>
          </a:lstStyle>
          <a:p/>
        </p:txBody>
      </p:sp>
      <p:sp>
        <p:nvSpPr>
          <p:cNvPr id="54" name="Footer Placeholder"/>
          <p:cNvSpPr>
            <a:spLocks noGrp="1"/>
          </p:cNvSpPr>
          <p:nvPr>
            <p:ph type="ftr" idx="11"/>
          </p:nvPr>
        </p:nvSpPr>
        <p:spPr>
          <a:xfrm>
            <a:off x="4038600" y="6350000"/>
            <a:ext cx="4114800" cy="355600"/>
          </a:xfrm>
          <a:prstGeom prst="rect">
            <a:avLst/>
          </a:prstGeom>
        </p:spPr>
        <p:txBody>
          <a:bodyPr anchor="ctr"/>
          <a:lstStyle>
            <a:lvl1pPr algn="ctr">
              <a:defRPr sz="1200">
                <a:solidFill>
                  <a:schemeClr val="tx1">
                    <a:tint val="75000"/>
                  </a:schemeClr>
                </a:solidFill>
              </a:defRPr>
            </a:lvl1pPr>
          </a:lstStyle>
          <a:p/>
        </p:txBody>
      </p:sp>
      <p:sp>
        <p:nvSpPr>
          <p:cNvPr id="55" name="Slide Number Placeholder"/>
          <p:cNvSpPr>
            <a:spLocks noGrp="1"/>
          </p:cNvSpPr>
          <p:nvPr>
            <p:ph type="sldNum" idx="12"/>
          </p:nvPr>
        </p:nvSpPr>
        <p:spPr>
          <a:xfrm>
            <a:off x="8686800" y="6350000"/>
            <a:ext cx="2743200" cy="355600"/>
          </a:xfrm>
          <a:prstGeom prst="rect">
            <a:avLst/>
          </a:prstGeom>
        </p:spPr>
        <p:txBody>
          <a:bodyPr anchor="ctr"/>
          <a:lstStyle>
            <a:lvl1pPr algn="r">
              <a:defRPr sz="1200">
                <a:solidFill>
                  <a:schemeClr val="tx1">
                    <a:tint val="75000"/>
                  </a:schemeClr>
                </a:solidFill>
              </a:defRPr>
            </a:lvl1pPr>
          </a:lstStyle>
          <a:p>
            <a:fld id="{7DA25AB8-FB3A-479C-8780-0B7E5F586C0F}" type="slidenum">
              <a:rPr/>
              <a:t>‹#›</a:t>
            </a:fld>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57" name="Title 1"/>
          <p:cNvSpPr>
            <a:spLocks noGrp="1"/>
          </p:cNvSpPr>
          <p:nvPr>
            <p:ph type="title"/>
          </p:nvPr>
        </p:nvSpPr>
        <p:spPr>
          <a:xfrm>
            <a:off x="762000" y="457200"/>
            <a:ext cx="4089400" cy="1600200"/>
          </a:xfrm>
          <a:prstGeom prst="rect">
            <a:avLst/>
          </a:prstGeom>
        </p:spPr>
        <p:txBody>
          <a:bodyPr anchor="b"/>
          <a:lstStyle>
            <a:lvl1pPr>
              <a:defRPr sz="3200"/>
            </a:lvl1pPr>
          </a:lstStyle>
          <a:p/>
        </p:txBody>
      </p:sp>
      <p:sp>
        <p:nvSpPr>
          <p:cNvPr id="58" name="Picture Placeholder 2"/>
          <p:cNvSpPr>
            <a:spLocks noGrp="1"/>
          </p:cNvSpPr>
          <p:nvPr>
            <p:ph type="pic" idx="1"/>
          </p:nvPr>
        </p:nvSpPr>
        <p:spPr>
          <a:xfrm>
            <a:off x="5232400" y="990600"/>
            <a:ext cx="6197600" cy="4876800"/>
          </a:xfrm>
          <a:prstGeom prst="rect">
            <a:avLst/>
          </a:prstGeom>
        </p:spPr>
        <p:txBody>
          <a:bodyPr/>
          <a:lstStyle/>
          <a:p/>
        </p:txBody>
      </p:sp>
      <p:sp>
        <p:nvSpPr>
          <p:cNvPr id="59" name="Text Placeholder 3"/>
          <p:cNvSpPr>
            <a:spLocks noGrp="1"/>
          </p:cNvSpPr>
          <p:nvPr>
            <p:ph type="body" idx="2"/>
          </p:nvPr>
        </p:nvSpPr>
        <p:spPr>
          <a:xfrm>
            <a:off x="762000" y="2057400"/>
            <a:ext cx="4089400" cy="3810000"/>
          </a:xfrm>
          <a:prstGeom prst="rect">
            <a:avLst/>
          </a:prstGeom>
        </p:spPr>
        <p:txBody>
          <a:bodyPr anchor="t">
            <a:normAutofit fontScale="100000"/>
          </a:bodyPr>
          <a:lstStyle>
            <a:lvl1pPr marL="0" indent="0">
              <a:buNone/>
              <a:defRPr sz="1600"/>
            </a:lvl1pPr>
          </a:lstStyle>
          <a:p/>
        </p:txBody>
      </p:sp>
      <p:sp>
        <p:nvSpPr>
          <p:cNvPr id="60" name="Date Placeholder"/>
          <p:cNvSpPr>
            <a:spLocks noGrp="1"/>
          </p:cNvSpPr>
          <p:nvPr>
            <p:ph type="dt" idx="10"/>
          </p:nvPr>
        </p:nvSpPr>
        <p:spPr>
          <a:xfrm>
            <a:off x="762000" y="6350000"/>
            <a:ext cx="2743200" cy="355600"/>
          </a:xfrm>
          <a:prstGeom prst="rect">
            <a:avLst/>
          </a:prstGeom>
        </p:spPr>
        <p:txBody>
          <a:bodyPr anchor="ctr"/>
          <a:lstStyle>
            <a:lvl1pPr algn="l">
              <a:defRPr sz="1200">
                <a:solidFill>
                  <a:schemeClr val="tx1">
                    <a:tint val="75000"/>
                  </a:schemeClr>
                </a:solidFill>
              </a:defRPr>
            </a:lvl1pPr>
          </a:lstStyle>
          <a:p/>
        </p:txBody>
      </p:sp>
      <p:sp>
        <p:nvSpPr>
          <p:cNvPr id="61" name="Footer Placeholder"/>
          <p:cNvSpPr>
            <a:spLocks noGrp="1"/>
          </p:cNvSpPr>
          <p:nvPr>
            <p:ph type="ftr" idx="11"/>
          </p:nvPr>
        </p:nvSpPr>
        <p:spPr>
          <a:xfrm>
            <a:off x="4038600" y="6350000"/>
            <a:ext cx="4114800" cy="355600"/>
          </a:xfrm>
          <a:prstGeom prst="rect">
            <a:avLst/>
          </a:prstGeom>
        </p:spPr>
        <p:txBody>
          <a:bodyPr anchor="ctr"/>
          <a:lstStyle>
            <a:lvl1pPr algn="ctr">
              <a:defRPr sz="1200">
                <a:solidFill>
                  <a:schemeClr val="tx1">
                    <a:tint val="75000"/>
                  </a:schemeClr>
                </a:solidFill>
              </a:defRPr>
            </a:lvl1pPr>
          </a:lstStyle>
          <a:p/>
        </p:txBody>
      </p:sp>
      <p:sp>
        <p:nvSpPr>
          <p:cNvPr id="62" name="Slide Number Placeholder"/>
          <p:cNvSpPr>
            <a:spLocks noGrp="1"/>
          </p:cNvSpPr>
          <p:nvPr>
            <p:ph type="sldNum" idx="12"/>
          </p:nvPr>
        </p:nvSpPr>
        <p:spPr>
          <a:xfrm>
            <a:off x="8686800" y="6350000"/>
            <a:ext cx="2743200" cy="355600"/>
          </a:xfrm>
          <a:prstGeom prst="rect">
            <a:avLst/>
          </a:prstGeom>
        </p:spPr>
        <p:txBody>
          <a:bodyPr anchor="ctr"/>
          <a:lstStyle>
            <a:lvl1pPr algn="r">
              <a:defRPr sz="1200">
                <a:solidFill>
                  <a:schemeClr val="tx1">
                    <a:tint val="75000"/>
                  </a:schemeClr>
                </a:solidFill>
              </a:defRPr>
            </a:lvl1pPr>
          </a:lstStyle>
          <a:p>
            <a:fld id="{5AEFC29A-6C4F-4141-86E3-1A3E2D58E3A2}" type="slidenum">
              <a:rPr/>
              <a:t>‹#›</a:t>
            </a:fld>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64" name="Title 1"/>
          <p:cNvSpPr>
            <a:spLocks noGrp="1"/>
          </p:cNvSpPr>
          <p:nvPr>
            <p:ph type="title"/>
          </p:nvPr>
        </p:nvSpPr>
        <p:spPr>
          <a:xfrm>
            <a:off x="762000" y="368300"/>
            <a:ext cx="10668000" cy="1320800"/>
          </a:xfrm>
          <a:prstGeom prst="rect">
            <a:avLst/>
          </a:prstGeom>
        </p:spPr>
        <p:txBody>
          <a:bodyPr anchor="ctr">
            <a:normAutofit fontScale="100000"/>
          </a:bodyPr>
          <a:lstStyle/>
          <a:p/>
        </p:txBody>
      </p:sp>
      <p:sp>
        <p:nvSpPr>
          <p:cNvPr id="65" name="Vertical Text Placeholder 2"/>
          <p:cNvSpPr>
            <a:spLocks noGrp="1"/>
          </p:cNvSpPr>
          <p:nvPr>
            <p:ph type="body" orient="vert" idx="1"/>
          </p:nvPr>
        </p:nvSpPr>
        <p:spPr>
          <a:xfrm>
            <a:off x="762000" y="1828800"/>
            <a:ext cx="10668000" cy="4356100"/>
          </a:xfrm>
          <a:prstGeom prst="rect">
            <a:avLst/>
          </a:prstGeom>
        </p:spPr>
        <p:txBody>
          <a:bodyPr vert="eaVert" anchor="t">
            <a:normAutofit fontScale="100000"/>
          </a:bodyPr>
          <a:lstStyle/>
          <a:p/>
        </p:txBody>
      </p:sp>
      <p:sp>
        <p:nvSpPr>
          <p:cNvPr id="66" name="Date Placeholder"/>
          <p:cNvSpPr>
            <a:spLocks noGrp="1"/>
          </p:cNvSpPr>
          <p:nvPr>
            <p:ph type="dt" idx="10"/>
          </p:nvPr>
        </p:nvSpPr>
        <p:spPr>
          <a:xfrm>
            <a:off x="762000" y="6350000"/>
            <a:ext cx="2743200" cy="355600"/>
          </a:xfrm>
          <a:prstGeom prst="rect">
            <a:avLst/>
          </a:prstGeom>
        </p:spPr>
        <p:txBody>
          <a:bodyPr anchor="ctr"/>
          <a:lstStyle>
            <a:lvl1pPr algn="l">
              <a:defRPr sz="1200">
                <a:solidFill>
                  <a:schemeClr val="tx1">
                    <a:tint val="75000"/>
                  </a:schemeClr>
                </a:solidFill>
              </a:defRPr>
            </a:lvl1pPr>
          </a:lstStyle>
          <a:p/>
        </p:txBody>
      </p:sp>
      <p:sp>
        <p:nvSpPr>
          <p:cNvPr id="67" name="Footer Placeholder"/>
          <p:cNvSpPr>
            <a:spLocks noGrp="1"/>
          </p:cNvSpPr>
          <p:nvPr>
            <p:ph type="ftr" idx="11"/>
          </p:nvPr>
        </p:nvSpPr>
        <p:spPr>
          <a:xfrm>
            <a:off x="4038600" y="6350000"/>
            <a:ext cx="4114800" cy="355600"/>
          </a:xfrm>
          <a:prstGeom prst="rect">
            <a:avLst/>
          </a:prstGeom>
        </p:spPr>
        <p:txBody>
          <a:bodyPr anchor="ctr"/>
          <a:lstStyle>
            <a:lvl1pPr algn="ctr">
              <a:defRPr sz="1200">
                <a:solidFill>
                  <a:schemeClr val="tx1">
                    <a:tint val="75000"/>
                  </a:schemeClr>
                </a:solidFill>
              </a:defRPr>
            </a:lvl1pPr>
          </a:lstStyle>
          <a:p/>
        </p:txBody>
      </p:sp>
      <p:sp>
        <p:nvSpPr>
          <p:cNvPr id="68" name="Slide Number Placeholder"/>
          <p:cNvSpPr>
            <a:spLocks noGrp="1"/>
          </p:cNvSpPr>
          <p:nvPr>
            <p:ph type="sldNum" idx="12"/>
          </p:nvPr>
        </p:nvSpPr>
        <p:spPr>
          <a:xfrm>
            <a:off x="8686800" y="6350000"/>
            <a:ext cx="2743200" cy="355600"/>
          </a:xfrm>
          <a:prstGeom prst="rect">
            <a:avLst/>
          </a:prstGeom>
        </p:spPr>
        <p:txBody>
          <a:bodyPr anchor="ctr"/>
          <a:lstStyle>
            <a:lvl1pPr algn="r">
              <a:defRPr sz="1200">
                <a:solidFill>
                  <a:schemeClr val="tx1">
                    <a:tint val="75000"/>
                  </a:schemeClr>
                </a:solidFill>
              </a:defRPr>
            </a:lvl1pPr>
          </a:lstStyle>
          <a:p>
            <a:fld id="{DE19C649-D3E0-46CB-87C1-67136E4226A6}" type="slidenum">
              <a:rPr/>
              <a:t>‹#›</a:t>
            </a:fld>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70" name="Vertical Title 1"/>
          <p:cNvSpPr>
            <a:spLocks noGrp="1"/>
          </p:cNvSpPr>
          <p:nvPr>
            <p:ph type="title" orient="vert"/>
          </p:nvPr>
        </p:nvSpPr>
        <p:spPr>
          <a:xfrm>
            <a:off x="8724900" y="368300"/>
            <a:ext cx="2705100" cy="5816600"/>
          </a:xfrm>
          <a:prstGeom prst="rect">
            <a:avLst/>
          </a:prstGeom>
        </p:spPr>
        <p:txBody>
          <a:bodyPr vert="eaVert"/>
          <a:lstStyle/>
          <a:p/>
        </p:txBody>
      </p:sp>
      <p:sp>
        <p:nvSpPr>
          <p:cNvPr id="71" name="Vertical Text Placeholder 2"/>
          <p:cNvSpPr>
            <a:spLocks noGrp="1"/>
          </p:cNvSpPr>
          <p:nvPr>
            <p:ph type="body" orient="vert" idx="1"/>
          </p:nvPr>
        </p:nvSpPr>
        <p:spPr>
          <a:xfrm>
            <a:off x="762000" y="368300"/>
            <a:ext cx="7772400" cy="5816600"/>
          </a:xfrm>
          <a:prstGeom prst="rect">
            <a:avLst/>
          </a:prstGeom>
        </p:spPr>
        <p:txBody>
          <a:bodyPr vert="eaVert" anchor="t">
            <a:normAutofit fontScale="100000"/>
          </a:bodyPr>
          <a:lstStyle/>
          <a:p/>
        </p:txBody>
      </p:sp>
      <p:sp>
        <p:nvSpPr>
          <p:cNvPr id="72" name="Date Placeholder"/>
          <p:cNvSpPr>
            <a:spLocks noGrp="1"/>
          </p:cNvSpPr>
          <p:nvPr>
            <p:ph type="dt" idx="10"/>
          </p:nvPr>
        </p:nvSpPr>
        <p:spPr>
          <a:xfrm>
            <a:off x="762000" y="6350000"/>
            <a:ext cx="2743200" cy="355600"/>
          </a:xfrm>
          <a:prstGeom prst="rect">
            <a:avLst/>
          </a:prstGeom>
        </p:spPr>
        <p:txBody>
          <a:bodyPr anchor="ctr"/>
          <a:lstStyle>
            <a:lvl1pPr algn="l">
              <a:defRPr sz="1200">
                <a:solidFill>
                  <a:schemeClr val="tx1">
                    <a:tint val="75000"/>
                  </a:schemeClr>
                </a:solidFill>
              </a:defRPr>
            </a:lvl1pPr>
          </a:lstStyle>
          <a:p/>
        </p:txBody>
      </p:sp>
      <p:sp>
        <p:nvSpPr>
          <p:cNvPr id="73" name="Footer Placeholder"/>
          <p:cNvSpPr>
            <a:spLocks noGrp="1"/>
          </p:cNvSpPr>
          <p:nvPr>
            <p:ph type="ftr" idx="11"/>
          </p:nvPr>
        </p:nvSpPr>
        <p:spPr>
          <a:xfrm>
            <a:off x="4038600" y="6350000"/>
            <a:ext cx="4114800" cy="355600"/>
          </a:xfrm>
          <a:prstGeom prst="rect">
            <a:avLst/>
          </a:prstGeom>
        </p:spPr>
        <p:txBody>
          <a:bodyPr anchor="ctr"/>
          <a:lstStyle>
            <a:lvl1pPr algn="ctr">
              <a:defRPr sz="1200">
                <a:solidFill>
                  <a:schemeClr val="tx1">
                    <a:tint val="75000"/>
                  </a:schemeClr>
                </a:solidFill>
              </a:defRPr>
            </a:lvl1pPr>
          </a:lstStyle>
          <a:p/>
        </p:txBody>
      </p:sp>
      <p:sp>
        <p:nvSpPr>
          <p:cNvPr id="74" name="Slide Number Placeholder"/>
          <p:cNvSpPr>
            <a:spLocks noGrp="1"/>
          </p:cNvSpPr>
          <p:nvPr>
            <p:ph type="sldNum" idx="12"/>
          </p:nvPr>
        </p:nvSpPr>
        <p:spPr>
          <a:xfrm>
            <a:off x="8686800" y="6350000"/>
            <a:ext cx="2743200" cy="355600"/>
          </a:xfrm>
          <a:prstGeom prst="rect">
            <a:avLst/>
          </a:prstGeom>
        </p:spPr>
        <p:txBody>
          <a:bodyPr anchor="ctr"/>
          <a:lstStyle>
            <a:lvl1pPr algn="r">
              <a:defRPr sz="1200">
                <a:solidFill>
                  <a:schemeClr val="tx1">
                    <a:tint val="75000"/>
                  </a:schemeClr>
                </a:solidFill>
              </a:defRPr>
            </a:lvl1pPr>
          </a:lstStyle>
          <a:p>
            <a:fld id="{20EBE78A-EB3E-401E-81B5-D7F53201DAF3}" type="slidenum">
              <a:rPr/>
              <a:t>‹#›</a:t>
            </a:fld>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Harbor">
    <p:bg>
      <p:bgRef idx="1001">
        <a:schemeClr val="bg1"/>
      </p:bgRef>
    </p:bg>
    <p:spTree>
      <p:nvGrpSpPr>
        <p:cNvPr id="1" name=""/>
        <p:cNvGrpSpPr/>
        <p:nvPr/>
      </p:nvGrpSpPr>
      <p:grpSpPr>
        <a:xfrm>
          <a:off x="0" y="0"/>
          <a:ext cx="0" cy="0"/>
          <a:chOff x="0" y="0"/>
          <a:chExt cx="0" cy="0"/>
        </a:xfrm>
      </p:grpSpPr>
      <p:sp>
        <p:nvSpPr>
          <p:cNvPr id="2" name="Title 1"/>
          <p:cNvSpPr>
            <a:spLocks noGrp="1"/>
          </p:cNvSpPr>
          <p:nvPr>
            <p:ph type="title"/>
          </p:nvPr>
        </p:nvSpPr>
        <p:spPr>
          <a:xfrm>
            <a:off x="762000" y="368300"/>
            <a:ext cx="10668000" cy="1320800"/>
          </a:xfrm>
          <a:prstGeom prst="rect">
            <a:avLst/>
          </a:prstGeom>
        </p:spPr>
        <p:txBody>
          <a:bodyPr anchor="ctr">
            <a:normAutofit fontScale="100000"/>
          </a:bodyPr>
          <a:lstStyle/>
          <a:p>
            <a:r>
              <a:rPr/>
              <a:t>Click to edit Master title style</a:t>
            </a:r>
          </a:p>
        </p:txBody>
      </p:sp>
      <p:sp>
        <p:nvSpPr>
          <p:cNvPr id="3" name="Text Placeholder 2"/>
          <p:cNvSpPr>
            <a:spLocks noGrp="1"/>
          </p:cNvSpPr>
          <p:nvPr>
            <p:ph type="body" idx="1"/>
          </p:nvPr>
        </p:nvSpPr>
        <p:spPr>
          <a:xfrm>
            <a:off x="762000" y="1828800"/>
            <a:ext cx="10668000" cy="4356100"/>
          </a:xfrm>
          <a:prstGeom prst="rect">
            <a:avLst/>
          </a:prstGeom>
        </p:spPr>
        <p:txBody>
          <a:bodyPr anchor="t">
            <a:normAutofit fontScale="100000"/>
          </a:bodyPr>
          <a:lstStyle/>
          <a:p>
            <a:r>
              <a:rPr/>
              <a:t>Click to edit Master text styles</a:t>
            </a:r>
          </a:p>
        </p:txBody>
      </p:sp>
      <p:sp>
        <p:nvSpPr>
          <p:cNvPr id="4" name="Date Placeholder"/>
          <p:cNvSpPr>
            <a:spLocks noGrp="1"/>
          </p:cNvSpPr>
          <p:nvPr>
            <p:ph type="dt" idx="10"/>
          </p:nvPr>
        </p:nvSpPr>
        <p:spPr>
          <a:xfrm>
            <a:off x="762000" y="6350000"/>
            <a:ext cx="2743200" cy="355600"/>
          </a:xfrm>
          <a:prstGeom prst="rect">
            <a:avLst/>
          </a:prstGeom>
        </p:spPr>
        <p:txBody>
          <a:bodyPr anchor="ctr"/>
          <a:lstStyle>
            <a:lvl1pPr algn="l">
              <a:defRPr sz="1200">
                <a:solidFill>
                  <a:schemeClr val="tx1">
                    <a:tint val="75000"/>
                  </a:schemeClr>
                </a:solidFill>
              </a:defRPr>
            </a:lvl1pPr>
          </a:lstStyle>
          <a:p/>
        </p:txBody>
      </p:sp>
      <p:sp>
        <p:nvSpPr>
          <p:cNvPr id="5" name="Footer Placeholder"/>
          <p:cNvSpPr>
            <a:spLocks noGrp="1"/>
          </p:cNvSpPr>
          <p:nvPr>
            <p:ph type="ftr" idx="11"/>
          </p:nvPr>
        </p:nvSpPr>
        <p:spPr>
          <a:xfrm>
            <a:off x="4038600" y="6350000"/>
            <a:ext cx="4114800" cy="355600"/>
          </a:xfrm>
          <a:prstGeom prst="rect">
            <a:avLst/>
          </a:prstGeom>
        </p:spPr>
        <p:txBody>
          <a:bodyPr anchor="ctr"/>
          <a:lstStyle>
            <a:lvl1pPr algn="ctr">
              <a:defRPr sz="1200">
                <a:solidFill>
                  <a:schemeClr val="tx1">
                    <a:tint val="75000"/>
                  </a:schemeClr>
                </a:solidFill>
              </a:defRPr>
            </a:lvl1pPr>
          </a:lstStyle>
          <a:p/>
        </p:txBody>
      </p:sp>
      <p:sp>
        <p:nvSpPr>
          <p:cNvPr id="6" name="Slide Number Placeholder"/>
          <p:cNvSpPr>
            <a:spLocks noGrp="1"/>
          </p:cNvSpPr>
          <p:nvPr>
            <p:ph type="sldNum" idx="12"/>
          </p:nvPr>
        </p:nvSpPr>
        <p:spPr>
          <a:xfrm>
            <a:off x="8686800" y="6350000"/>
            <a:ext cx="2743200" cy="355600"/>
          </a:xfrm>
          <a:prstGeom prst="rect">
            <a:avLst/>
          </a:prstGeom>
        </p:spPr>
        <p:txBody>
          <a:bodyPr anchor="ctr"/>
          <a:lstStyle>
            <a:lvl1pPr algn="r">
              <a:defRPr sz="1200">
                <a:solidFill>
                  <a:schemeClr val="tx1">
                    <a:tint val="75000"/>
                  </a:schemeClr>
                </a:solidFill>
              </a:defRPr>
            </a:lvl1pPr>
          </a:lstStyle>
          <a:p>
            <a:fld id="{473D6AB1-0FDA-49F1-8390-8828CE9E6676}" type="slidenum">
              <a:rPr/>
              <a:t>‹#›</a:t>
            </a:fld>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a:lnSpc>
          <a:spcPct val="90000"/>
        </a:lnSpc>
        <a:spcBef>
          <a:spcPts val="0"/>
        </a:spcBef>
        <a:buNone/>
        <a:defRPr sz="4400" kern="1200">
          <a:solidFill>
            <a:schemeClr val="tx1"/>
          </a:solidFill>
          <a:latin typeface="+mj-lt"/>
        </a:defRPr>
      </a:lvl1pPr>
    </p:titleStyle>
    <p:bodyStyle>
      <a:lvl1pPr marL="228600" indent="-228600" algn="l">
        <a:lnSpc>
          <a:spcPct val="90000"/>
        </a:lnSpc>
        <a:spcBef>
          <a:spcPts val="1000"/>
        </a:spcBef>
        <a:buFont typeface="Arial"/>
        <a:buChar char="•"/>
        <a:defRPr sz="2800" kern="1200">
          <a:solidFill>
            <a:schemeClr val="tx1"/>
          </a:solidFill>
          <a:latin typeface="+mn-lt"/>
        </a:defRPr>
      </a:lvl1pPr>
      <a:lvl2pPr marL="685800" indent="-228600" algn="l">
        <a:lnSpc>
          <a:spcPct val="90000"/>
        </a:lnSpc>
        <a:spcBef>
          <a:spcPts val="500"/>
        </a:spcBef>
        <a:buFont typeface="Arial"/>
        <a:buChar char="•"/>
        <a:defRPr sz="2400" kern="1200">
          <a:solidFill>
            <a:schemeClr val="tx1"/>
          </a:solidFill>
          <a:latin typeface="+mn-lt"/>
        </a:defRPr>
      </a:lvl2pPr>
      <a:lvl3pPr marL="1143000" indent="-228600" algn="l">
        <a:lnSpc>
          <a:spcPct val="90000"/>
        </a:lnSpc>
        <a:spcBef>
          <a:spcPts val="500"/>
        </a:spcBef>
        <a:buFont typeface="Arial"/>
        <a:buChar char="•"/>
        <a:defRPr sz="2000" kern="1200">
          <a:solidFill>
            <a:schemeClr val="tx1"/>
          </a:solidFill>
          <a:latin typeface="+mn-lt"/>
        </a:defRPr>
      </a:lvl3pPr>
      <a:lvl4pPr marL="1600200" indent="-228600" algn="l">
        <a:lnSpc>
          <a:spcPct val="90000"/>
        </a:lnSpc>
        <a:spcBef>
          <a:spcPts val="500"/>
        </a:spcBef>
        <a:buFont typeface="Arial"/>
        <a:buChar char="•"/>
        <a:defRPr sz="1800" kern="1200">
          <a:solidFill>
            <a:schemeClr val="tx1"/>
          </a:solidFill>
          <a:latin typeface="+mn-lt"/>
        </a:defRPr>
      </a:lvl4pPr>
      <a:lvl5pPr marL="2057400" indent="-228600" algn="l">
        <a:lnSpc>
          <a:spcPct val="90000"/>
        </a:lnSpc>
        <a:spcBef>
          <a:spcPts val="500"/>
        </a:spcBef>
        <a:buFont typeface="Arial"/>
        <a:buChar char="•"/>
        <a:defRPr sz="1800" kern="1200">
          <a:solidFill>
            <a:schemeClr val="tx1"/>
          </a:solidFill>
          <a:latin typeface="+mn-lt"/>
        </a:defRPr>
      </a:lvl5pPr>
      <a:lvl6pPr marL="2514600" indent="-228600" algn="l">
        <a:lnSpc>
          <a:spcPct val="90000"/>
        </a:lnSpc>
        <a:spcBef>
          <a:spcPts val="500"/>
        </a:spcBef>
        <a:buFont typeface="Arial"/>
        <a:buChar char="•"/>
        <a:defRPr sz="1800" kern="1200">
          <a:solidFill>
            <a:schemeClr val="tx1"/>
          </a:solidFill>
          <a:latin typeface="+mn-lt"/>
        </a:defRPr>
      </a:lvl6pPr>
      <a:lvl7pPr marL="2971800" indent="-228600" algn="l">
        <a:lnSpc>
          <a:spcPct val="90000"/>
        </a:lnSpc>
        <a:spcBef>
          <a:spcPts val="500"/>
        </a:spcBef>
        <a:buFont typeface="Arial"/>
        <a:buChar char="•"/>
        <a:defRPr sz="1800" kern="1200">
          <a:solidFill>
            <a:schemeClr val="tx1"/>
          </a:solidFill>
          <a:latin typeface="+mn-lt"/>
        </a:defRPr>
      </a:lvl7pPr>
      <a:lvl8pPr marL="3429000" indent="-228600" algn="l">
        <a:lnSpc>
          <a:spcPct val="90000"/>
        </a:lnSpc>
        <a:spcBef>
          <a:spcPts val="500"/>
        </a:spcBef>
        <a:buFont typeface="Arial"/>
        <a:buChar char="•"/>
        <a:defRPr sz="1800" kern="1200">
          <a:solidFill>
            <a:schemeClr val="tx1"/>
          </a:solidFill>
          <a:latin typeface="+mn-lt"/>
        </a:defRPr>
      </a:lvl8pPr>
      <a:lvl9pPr marL="3886200" indent="-228600" algn="l">
        <a:lnSpc>
          <a:spcPct val="90000"/>
        </a:lnSpc>
        <a:spcBef>
          <a:spcPts val="500"/>
        </a:spcBef>
        <a:buFont typeface="Arial"/>
        <a:buChar char="•"/>
        <a:defRPr sz="1800" kern="1200">
          <a:solidFill>
            <a:schemeClr val="tx1"/>
          </a:solidFill>
          <a:latin typeface="+mn-lt"/>
        </a:defRPr>
      </a:lvl9pPr>
    </p:bodyStyle>
    <p:otherStyle>
      <a:lvl1pPr marL="0" algn="l">
        <a:defRPr sz="1800" kern="1200">
          <a:solidFill>
            <a:schemeClr val="tx1"/>
          </a:solidFill>
          <a:latin typeface="+mn-lt"/>
        </a:defRPr>
      </a:lvl1pPr>
      <a:lvl2pPr marL="457200" algn="l">
        <a:defRPr sz="1800" kern="1200">
          <a:solidFill>
            <a:schemeClr val="tx1"/>
          </a:solidFill>
          <a:latin typeface="+mn-lt"/>
        </a:defRPr>
      </a:lvl2pPr>
      <a:lvl3pPr marL="914400" algn="l">
        <a:defRPr sz="1800" kern="1200">
          <a:solidFill>
            <a:schemeClr val="tx1"/>
          </a:solidFill>
          <a:latin typeface="+mn-lt"/>
        </a:defRPr>
      </a:lvl3pPr>
      <a:lvl4pPr marL="1371600" algn="l">
        <a:defRPr sz="1800" kern="1200">
          <a:solidFill>
            <a:schemeClr val="tx1"/>
          </a:solidFill>
          <a:latin typeface="+mn-lt"/>
        </a:defRPr>
      </a:lvl4pPr>
      <a:lvl5pPr marL="1828800" algn="l">
        <a:defRPr sz="1800" kern="1200">
          <a:solidFill>
            <a:schemeClr val="tx1"/>
          </a:solidFill>
          <a:latin typeface="+mn-lt"/>
        </a:defRPr>
      </a:lvl5pPr>
      <a:lvl6pPr marL="2286000" algn="l">
        <a:defRPr sz="1800" kern="1200">
          <a:solidFill>
            <a:schemeClr val="tx1"/>
          </a:solidFill>
          <a:latin typeface="+mn-lt"/>
        </a:defRPr>
      </a:lvl6pPr>
      <a:lvl7pPr marL="2743200" algn="l">
        <a:defRPr sz="1800" kern="1200">
          <a:solidFill>
            <a:schemeClr val="tx1"/>
          </a:solidFill>
          <a:latin typeface="+mn-lt"/>
        </a:defRPr>
      </a:lvl7pPr>
      <a:lvl8pPr marL="3200400" algn="l">
        <a:defRPr sz="1800" kern="1200">
          <a:solidFill>
            <a:schemeClr val="tx1"/>
          </a:solidFill>
          <a:latin typeface="+mn-lt"/>
        </a:defRPr>
      </a:lvl8pPr>
      <a:lvl9pPr marL="3657600" algn="l">
        <a:defRPr sz="1800" kern="1200">
          <a:solidFill>
            <a:schemeClr val="tx1"/>
          </a:solidFill>
          <a:latin typeface="+mn-lt"/>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xml"/><Relationship Id="rId3" Type="http://schemas.microsoft.com/office/2017/06/relationships/model3d" Target="../media/media1.glb"/><Relationship Id="rId4" Type="http://schemas.openxmlformats.org/officeDocument/2006/relationships/tags" Target="../tags/tag1.xml"/><Relationship Id="rId5" Type="http://schemas.openxmlformats.org/officeDocument/2006/relationships/image" Target="../media/image1.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3.xml"/><Relationship Id="rId3" Type="http://schemas.openxmlformats.org/officeDocument/2006/relationships/tags" Target="../tags/tag2.xml"/><Relationship Id="rId4" Type="http://schemas.openxmlformats.org/officeDocument/2006/relationships/image" Target="../media/image2.jpe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4.xml"/><Relationship Id="rId3" Type="http://schemas.openxmlformats.org/officeDocument/2006/relationships/tags" Target="../tags/tag3.xml"/><Relationship Id="rId4" Type="http://schemas.openxmlformats.org/officeDocument/2006/relationships/image" Target="../media/image5.jpe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5.xml"/><Relationship Id="rId3" Type="http://schemas.openxmlformats.org/officeDocument/2006/relationships/tags" Target="../tags/tag4.xml"/><Relationship Id="rId4" Type="http://schemas.openxmlformats.org/officeDocument/2006/relationships/image" Target="../media/image7.jpe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6.xml"/><Relationship Id="rId3" Type="http://schemas.openxmlformats.org/officeDocument/2006/relationships/image" Target="../media/image11.png"/><Relationship Id="rId4" Type="http://schemas.openxmlformats.org/officeDocument/2006/relationships/tags" Target="../tags/tag5.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7.xml"/><Relationship Id="rId3" Type="http://schemas.openxmlformats.org/officeDocument/2006/relationships/tags" Target="../tags/tag6.xml"/><Relationship Id="rId4" Type="http://schemas.openxmlformats.org/officeDocument/2006/relationships/tags" Target="../tags/tag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8.xml"/><Relationship Id="rId3" Type="http://schemas.openxmlformats.org/officeDocument/2006/relationships/tags" Target="../tags/tag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 Id="rId3" Type="http://schemas.openxmlformats.org/officeDocument/2006/relationships/tags" Target="../tags/tag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0.xml"/><Relationship Id="rId3" Type="http://schemas.openxmlformats.org/officeDocument/2006/relationships/image" Target="../media/image12.png"/><Relationship Id="rId4" Type="http://schemas.openxmlformats.org/officeDocument/2006/relationships/tags" Target="../tags/tag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1.xml"/><Relationship Id="rId3" Type="http://schemas.openxmlformats.org/officeDocument/2006/relationships/image" Target="../media/image12.png"/><Relationship Id="rId4" Type="http://schemas.openxmlformats.org/officeDocument/2006/relationships/tags" Target="../tags/tag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3.xml"/><Relationship Id="rId3" Type="http://schemas.openxmlformats.org/officeDocument/2006/relationships/tags" Target="../tags/tag1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4.xml"/><Relationship Id="rId3" Type="http://schemas.openxmlformats.org/officeDocument/2006/relationships/tags" Target="../tags/tag13.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5.xml"/><Relationship Id="rId3" Type="http://schemas.openxmlformats.org/officeDocument/2006/relationships/tags" Target="../tags/tag14.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1.xml"/><Relationship Id="rId3" Type="http://schemas.openxmlformats.org/officeDocument/2006/relationships/image" Target="../media/image6.jpe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1" name="Title 1"/>
          <p:cNvSpPr>
            <a:spLocks noGrp="1"/>
          </p:cNvSpPr>
          <p:nvPr>
            <p:ph type="ctrTitle"/>
          </p:nvPr>
        </p:nvSpPr>
        <p:spPr/>
        <p:txBody>
          <a:bodyPr/>
          <a:lstStyle/>
          <a:p>
            <a:r>
              <a:rPr/>
              <a:t>deckrt feature tour</a:t>
            </a:r>
          </a:p>
        </p:txBody>
      </p:sp>
      <p:sp>
        <p:nvSpPr>
          <p:cNvPr id="262" name="Subtitle 2"/>
          <p:cNvSpPr>
            <a:spLocks noGrp="1"/>
          </p:cNvSpPr>
          <p:nvPr>
            <p:ph type="subTitle" idx="1"/>
          </p:nvPr>
        </p:nvSpPr>
        <p:spPr/>
        <p:txBody>
          <a:bodyPr/>
          <a:lstStyle/>
          <a:p>
            <a:r>
              <a:rPr/>
              <a:t>One slide for each feature. The speaker notes are a script to read aloud.</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4" name="Title 1"/>
          <p:cNvSpPr>
            <a:spLocks noGrp="1"/>
          </p:cNvSpPr>
          <p:nvPr>
            <p:ph type="title"/>
          </p:nvPr>
        </p:nvSpPr>
        <p:spPr/>
        <p:txBody>
          <a:bodyPr/>
          <a:lstStyle/>
          <a:p>
            <a:r>
              <a:rPr/>
              <a:t>3D model with layers</a:t>
            </a:r>
          </a:p>
        </p:txBody>
      </p:sp>
      <p:sp>
        <p:nvSpPr>
          <p:cNvPr id="265" name="TextBox 2"/>
          <p:cNvSpPr txBox="1"/>
          <p:nvPr/>
        </p:nvSpPr>
        <p:spPr>
          <a:xfrm>
            <a:off x="635000" y="1651000"/>
            <a:ext cx="5334000" cy="1737360"/>
          </a:xfrm>
          <a:prstGeom prst="rect">
            <a:avLst/>
          </a:prstGeom>
        </p:spPr>
        <p:txBody>
          <a:bodyPr wrap="square">
            <a:spAutoFit/>
          </a:bodyPr>
          <a:lstStyle/>
          <a:p>
            <a:r>
              <a:rPr sz="1800"/>
              <a:t>The Earth in four layers: crust, mantle, outer core and inner core.</a:t>
            </a:r>
            <a:endParaRPr sz="1800"/>
          </a:p>
          <a:p>
            <a:endParaRPr sz="1800"/>
          </a:p>
          <a:p>
            <a:r>
              <a:rPr sz="1800"/>
              <a:t>In the show, drag the globe to turn it and scroll to zoom. Press L to take off one layer at a time. Press it again after the inner core and every layer comes back.</a:t>
            </a:r>
            <a:endParaRPr sz="1800"/>
          </a:p>
        </p:txBody>
      </p:sp>
      <mc:AlternateContent xmlns:mc="http://schemas.openxmlformats.org/markup-compatibility/2006">
        <mc:Choice xmlns:am3d="http://schemas.microsoft.com/office/drawing/2017/model3d" Requires="am3d">
          <p:contentPart r:id="rId3">
            <p:nvContentPartPr>
              <p:cNvPr id="268" name="3D model 268"/>
              <p:cNvContentPartPr/>
              <p:nvPr>
                <p:custDataLst>
                  <p:tags r:id="rId4"/>
                </p:custDataLst>
              </p:nvPr>
            </p:nvContentPartPr>
            <p:xfrm>
              <a:off x="6604000" y="1270000"/>
              <a:ext cx="4826000" cy="5080000"/>
            </p:xfrm>
          </p:contentPart>
        </mc:Choice>
        <mc:Fallback>
          <p:pic>
            <p:nvPicPr>
              <p:cNvPr id="269" name="3D model 268"/>
              <p:cNvPicPr>
                <a:picLocks noChangeAspect="1"/>
              </p:cNvPicPr>
              <p:nvPr/>
            </p:nvPicPr>
            <p:blipFill rotWithShape="1">
              <a:blip r:embed="rId5"/>
              <a:stretch>
                <a:fillRect/>
              </a:stretch>
            </p:blipFill>
            <p:spPr>
              <a:xfrm>
                <a:off x="6604000" y="1270000"/>
                <a:ext cx="4826000" cy="5080000"/>
              </a:xfrm>
              <a:prstGeom prst="rect">
                <a:avLst/>
              </a:prstGeom>
            </p:spPr>
          </p:pic>
        </mc:Fallback>
      </mc:AlternateContent>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0" name="Title 1"/>
          <p:cNvSpPr>
            <a:spLocks noGrp="1"/>
          </p:cNvSpPr>
          <p:nvPr>
            <p:ph type="title"/>
          </p:nvPr>
        </p:nvSpPr>
        <p:spPr/>
        <p:txBody>
          <a:bodyPr/>
          <a:lstStyle/>
          <a:p>
            <a:r>
              <a:rPr/>
              <a:t>Image swap</a:t>
            </a:r>
          </a:p>
        </p:txBody>
      </p:sp>
      <p:sp>
        <p:nvSpPr>
          <p:cNvPr id="271" name="TextBox 2"/>
          <p:cNvSpPr txBox="1"/>
          <p:nvPr/>
        </p:nvSpPr>
        <p:spPr>
          <a:xfrm>
            <a:off x="635000" y="1651000"/>
            <a:ext cx="3810000" cy="1188720"/>
          </a:xfrm>
          <a:prstGeom prst="rect">
            <a:avLst/>
          </a:prstGeom>
        </p:spPr>
        <p:txBody>
          <a:bodyPr wrap="square">
            <a:spAutoFit/>
          </a:bodyPr>
          <a:lstStyle/>
          <a:p>
            <a:r>
              <a:rPr sz="1800"/>
              <a:t>Three phases of the Moon in one frame.</a:t>
            </a:r>
            <a:endParaRPr sz="1800"/>
          </a:p>
          <a:p>
            <a:endParaRPr sz="1800"/>
          </a:p>
          <a:p>
            <a:r>
              <a:rPr sz="1800"/>
              <a:t>Click the picture to show the next one.</a:t>
            </a:r>
            <a:endParaRPr sz="1800"/>
          </a:p>
        </p:txBody>
      </p:sp>
      <p:pic>
        <p:nvPicPr>
          <p:cNvPr id="275" name="Image swap 275"/>
          <p:cNvPicPr>
            <a:picLocks noChangeAspect="1"/>
          </p:cNvPicPr>
          <p:nvPr>
            <p:custDataLst>
              <p:tags r:id="rId3"/>
            </p:custDataLst>
          </p:nvPr>
        </p:nvPicPr>
        <p:blipFill rotWithShape="1">
          <a:blip r:embed="rId4"/>
          <a:stretch>
            <a:fillRect/>
          </a:stretch>
        </p:blipFill>
        <p:spPr>
          <a:xfrm>
            <a:off x="4826000" y="1397000"/>
            <a:ext cx="6731000" cy="48260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1000">
        <p:push dir="l"/>
      </p:transition>
    </mc:Choice>
    <mc:Fallback>
      <p:transition spd="slow">
        <p:push dir="l"/>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7" name="Title 1"/>
          <p:cNvSpPr>
            <a:spLocks noGrp="1"/>
          </p:cNvSpPr>
          <p:nvPr>
            <p:ph type="title"/>
          </p:nvPr>
        </p:nvSpPr>
        <p:spPr/>
        <p:txBody>
          <a:bodyPr/>
          <a:lstStyle/>
          <a:p>
            <a:r>
              <a:rPr/>
              <a:t>Wipe</a:t>
            </a:r>
          </a:p>
        </p:txBody>
      </p:sp>
      <p:sp>
        <p:nvSpPr>
          <p:cNvPr id="278" name="TextBox 2"/>
          <p:cNvSpPr txBox="1"/>
          <p:nvPr/>
        </p:nvSpPr>
        <p:spPr>
          <a:xfrm>
            <a:off x="635000" y="1651000"/>
            <a:ext cx="3302000" cy="914400"/>
          </a:xfrm>
          <a:prstGeom prst="rect">
            <a:avLst/>
          </a:prstGeom>
        </p:spPr>
        <p:txBody>
          <a:bodyPr wrap="square">
            <a:spAutoFit/>
          </a:bodyPr>
          <a:lstStyle/>
          <a:p>
            <a:r>
              <a:rPr sz="1800"/>
              <a:t>One hill in winter and in spring.</a:t>
            </a:r>
            <a:endParaRPr sz="1800"/>
          </a:p>
          <a:p>
            <a:endParaRPr sz="1800"/>
          </a:p>
          <a:p>
            <a:r>
              <a:rPr sz="1800"/>
              <a:t>Drag the line across to compare.</a:t>
            </a:r>
            <a:endParaRPr sz="1800"/>
          </a:p>
        </p:txBody>
      </p:sp>
      <p:pic>
        <p:nvPicPr>
          <p:cNvPr id="281" name="Wipe 281"/>
          <p:cNvPicPr>
            <a:picLocks noChangeAspect="1"/>
          </p:cNvPicPr>
          <p:nvPr>
            <p:custDataLst>
              <p:tags r:id="rId3"/>
            </p:custDataLst>
          </p:nvPr>
        </p:nvPicPr>
        <p:blipFill rotWithShape="1">
          <a:blip r:embed="rId4"/>
          <a:stretch>
            <a:fillRect/>
          </a:stretch>
        </p:blipFill>
        <p:spPr>
          <a:xfrm>
            <a:off x="4191000" y="1397000"/>
            <a:ext cx="7429500" cy="50165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1000">
        <p:wipe dir="l"/>
      </p:transition>
    </mc:Choice>
    <mc:Fallback>
      <p:transition spd="slow">
        <p:wipe dir="l"/>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3" name="Title 1"/>
          <p:cNvSpPr>
            <a:spLocks noGrp="1"/>
          </p:cNvSpPr>
          <p:nvPr>
            <p:ph type="title"/>
          </p:nvPr>
        </p:nvSpPr>
        <p:spPr/>
        <p:txBody>
          <a:bodyPr/>
          <a:lstStyle/>
          <a:p>
            <a:r>
              <a:rPr/>
              <a:t>Scrub</a:t>
            </a:r>
          </a:p>
        </p:txBody>
      </p:sp>
      <p:sp>
        <p:nvSpPr>
          <p:cNvPr id="284" name="TextBox 2"/>
          <p:cNvSpPr txBox="1"/>
          <p:nvPr/>
        </p:nvSpPr>
        <p:spPr>
          <a:xfrm>
            <a:off x="635000" y="1651000"/>
            <a:ext cx="3302000" cy="1737360"/>
          </a:xfrm>
          <a:prstGeom prst="rect">
            <a:avLst/>
          </a:prstGeom>
        </p:spPr>
        <p:txBody>
          <a:bodyPr wrap="square">
            <a:spAutoFit/>
          </a:bodyPr>
          <a:lstStyle/>
          <a:p>
            <a:r>
              <a:rPr sz="1800"/>
              <a:t>A bean plant on four days, on one slider.</a:t>
            </a:r>
            <a:endParaRPr sz="1800"/>
          </a:p>
          <a:p>
            <a:endParaRPr sz="1800"/>
          </a:p>
          <a:p>
            <a:r>
              <a:rPr sz="1800"/>
              <a:t>Drag it to step from Day 0 to Day 14. The labels come from the file names.</a:t>
            </a:r>
            <a:endParaRPr sz="1800"/>
          </a:p>
        </p:txBody>
      </p:sp>
      <p:pic>
        <p:nvPicPr>
          <p:cNvPr id="289" name="Scrub 289"/>
          <p:cNvPicPr>
            <a:picLocks noChangeAspect="1"/>
          </p:cNvPicPr>
          <p:nvPr>
            <p:custDataLst>
              <p:tags r:id="rId3"/>
            </p:custDataLst>
          </p:nvPr>
        </p:nvPicPr>
        <p:blipFill rotWithShape="1">
          <a:blip r:embed="rId4"/>
          <a:stretch>
            <a:fillRect/>
          </a:stretch>
        </p:blipFill>
        <p:spPr>
          <a:xfrm>
            <a:off x="4191000" y="1397000"/>
            <a:ext cx="6604000" cy="4991100"/>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1" name="Title 1"/>
          <p:cNvSpPr>
            <a:spLocks noGrp="1"/>
          </p:cNvSpPr>
          <p:nvPr>
            <p:ph type="title"/>
          </p:nvPr>
        </p:nvSpPr>
        <p:spPr/>
        <p:txBody>
          <a:bodyPr/>
          <a:lstStyle/>
          <a:p>
            <a:r>
              <a:rPr/>
              <a:t>Zoom region</a:t>
            </a:r>
          </a:p>
        </p:txBody>
      </p:sp>
      <p:sp>
        <p:nvSpPr>
          <p:cNvPr id="292" name="TextBox 2"/>
          <p:cNvSpPr txBox="1"/>
          <p:nvPr/>
        </p:nvSpPr>
        <p:spPr>
          <a:xfrm>
            <a:off x="635000" y="1651000"/>
            <a:ext cx="3175000" cy="914400"/>
          </a:xfrm>
          <a:prstGeom prst="rect">
            <a:avLst/>
          </a:prstGeom>
        </p:spPr>
        <p:txBody>
          <a:bodyPr wrap="square">
            <a:spAutoFit/>
          </a:bodyPr>
          <a:lstStyle/>
          <a:p>
            <a:r>
              <a:rPr sz="1800"/>
              <a:t>Click the box over the market square to zoom into it. Click again to zoom back out.</a:t>
            </a:r>
            <a:endParaRPr sz="1800"/>
          </a:p>
        </p:txBody>
      </p:sp>
      <p:pic>
        <p:nvPicPr>
          <p:cNvPr id="294" name="Picture 3" descr="Town map.png"/>
          <p:cNvPicPr>
            <a:picLocks noChangeAspect="1"/>
          </p:cNvPicPr>
          <p:nvPr/>
        </p:nvPicPr>
        <p:blipFill rotWithShape="1">
          <a:blip r:embed="rId3"/>
          <a:stretch>
            <a:fillRect/>
          </a:stretch>
        </p:blipFill>
        <p:spPr>
          <a:xfrm>
            <a:off x="4191000" y="1206500"/>
            <a:ext cx="4826000" cy="5435600"/>
          </a:xfrm>
          <a:prstGeom prst="rect">
            <a:avLst/>
          </a:prstGeom>
        </p:spPr>
      </p:pic>
      <p:sp>
        <p:nvSpPr>
          <p:cNvPr id="295" name="Zoom region 295"/>
          <p:cNvSpPr/>
          <p:nvPr>
            <p:custDataLst>
              <p:tags r:id="rId4"/>
            </p:custDataLst>
          </p:nvPr>
        </p:nvSpPr>
        <p:spPr>
          <a:xfrm>
            <a:off x="7213600" y="2540000"/>
            <a:ext cx="1320800" cy="1168400"/>
          </a:xfrm>
          <a:prstGeom prst="rect">
            <a:avLst/>
          </a:prstGeom>
          <a:noFill/>
          <a:ln>
            <a:noFill/>
          </a:ln>
        </p:spPr>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7" name="Title 1"/>
          <p:cNvSpPr>
            <a:spLocks noGrp="1"/>
          </p:cNvSpPr>
          <p:nvPr>
            <p:ph type="title"/>
          </p:nvPr>
        </p:nvSpPr>
        <p:spPr/>
        <p:txBody>
          <a:bodyPr/>
          <a:lstStyle/>
          <a:p>
            <a:r>
              <a:rPr/>
              <a:t>Popup</a:t>
            </a:r>
          </a:p>
        </p:txBody>
      </p:sp>
      <p:sp>
        <p:nvSpPr>
          <p:cNvPr id="298" name="TextBox 2"/>
          <p:cNvSpPr txBox="1"/>
          <p:nvPr/>
        </p:nvSpPr>
        <p:spPr>
          <a:xfrm>
            <a:off x="635000" y="1651000"/>
            <a:ext cx="5080000" cy="640080"/>
          </a:xfrm>
          <a:prstGeom prst="rect">
            <a:avLst/>
          </a:prstGeom>
        </p:spPr>
        <p:txBody>
          <a:bodyPr wrap="square">
            <a:spAutoFit/>
          </a:bodyPr>
          <a:lstStyle/>
          <a:p>
            <a:r>
              <a:rPr sz="1800"/>
              <a:t>Click a label to open its note. Click the note to close it.</a:t>
            </a:r>
            <a:endParaRPr sz="1800"/>
          </a:p>
        </p:txBody>
      </p:sp>
      <p:sp>
        <p:nvSpPr>
          <p:cNvPr id="299" name="Popup 299"/>
          <p:cNvSpPr/>
          <p:nvPr>
            <p:custDataLst>
              <p:tags r:id="rId3"/>
            </p:custDataLst>
          </p:nvPr>
        </p:nvSpPr>
        <p:spPr>
          <a:xfrm>
            <a:off x="1016000" y="3810000"/>
            <a:ext cx="2921000" cy="762000"/>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r>
              <a:rPr/>
              <a:t>Crust</a:t>
            </a:r>
          </a:p>
        </p:txBody>
      </p:sp>
      <p:sp>
        <p:nvSpPr>
          <p:cNvPr id="300" name="Popup 300"/>
          <p:cNvSpPr/>
          <p:nvPr>
            <p:custDataLst>
              <p:tags r:id="rId4"/>
            </p:custDataLst>
          </p:nvPr>
        </p:nvSpPr>
        <p:spPr>
          <a:xfrm>
            <a:off x="1016000" y="4826000"/>
            <a:ext cx="2921000" cy="762000"/>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r>
              <a:rPr/>
              <a:t>Inner core</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2" name="Title 1"/>
          <p:cNvSpPr>
            <a:spLocks noGrp="1"/>
          </p:cNvSpPr>
          <p:nvPr>
            <p:ph type="title"/>
          </p:nvPr>
        </p:nvSpPr>
        <p:spPr/>
        <p:txBody>
          <a:bodyPr/>
          <a:lstStyle/>
          <a:p>
            <a:r>
              <a:rPr/>
              <a:t>Poll</a:t>
            </a:r>
          </a:p>
        </p:txBody>
      </p:sp>
      <p:sp>
        <p:nvSpPr>
          <p:cNvPr id="303" name="Poll 303"/>
          <p:cNvSpPr/>
          <p:nvPr>
            <p:custDataLst>
              <p:tags r:id="rId3"/>
            </p:custDataLst>
          </p:nvPr>
        </p:nvSpPr>
        <p:spPr>
          <a:xfrm>
            <a:off x="1524000" y="1270000"/>
            <a:ext cx="9144000" cy="4318000"/>
          </a:xfrm>
          <a:prstGeom prst="rect">
            <a:avLst/>
          </a:prstGeom>
          <a:solidFill>
            <a:srgbClr val="1E293B"/>
          </a:solidFill>
          <a:ln/>
        </p:spPr>
        <p:txBody>
          <a:bodyPr lIns="177800" tIns="127000" rIns="177800" bIns="127000" anchor="ctr"/>
          <a:lstStyle/>
          <a:p>
            <a:r>
              <a:rPr sz="2400" b="1">
                <a:solidFill>
                  <a:srgbClr val="FFFFFF"/>
                </a:solidFill>
              </a:rPr>
              <a:t>Which layer of the Earth is the hottest?</a:t>
            </a:r>
          </a:p>
          <a:p>
            <a:r>
              <a:rPr sz="1800" b="0">
                <a:solidFill>
                  <a:srgbClr val="FFFFFF"/>
                </a:solidFill>
              </a:rPr>
              <a:t>A.  Crust</a:t>
            </a:r>
          </a:p>
          <a:p>
            <a:r>
              <a:rPr sz="1800" b="0">
                <a:solidFill>
                  <a:srgbClr val="FFFFFF"/>
                </a:solidFill>
              </a:rPr>
              <a:t>B.  Mantle</a:t>
            </a:r>
          </a:p>
          <a:p>
            <a:r>
              <a:rPr sz="1800" b="0">
                <a:solidFill>
                  <a:srgbClr val="FFFFFF"/>
                </a:solidFill>
              </a:rPr>
              <a:t>C.  Outer core</a:t>
            </a:r>
          </a:p>
          <a:p>
            <a:r>
              <a:rPr sz="1800" b="0">
                <a:solidFill>
                  <a:srgbClr val="FFFFFF"/>
                </a:solidFill>
              </a:rPr>
              <a:t>D.  Inner core</a:t>
            </a:r>
          </a:p>
        </p:txBody>
      </p:sp>
      <p:sp>
        <p:nvSpPr>
          <p:cNvPr id="304" name="TextBox 3"/>
          <p:cNvSpPr txBox="1"/>
          <p:nvPr/>
        </p:nvSpPr>
        <p:spPr>
          <a:xfrm>
            <a:off x="1524000" y="5778500"/>
            <a:ext cx="9144000" cy="518160"/>
          </a:xfrm>
          <a:prstGeom prst="rect">
            <a:avLst/>
          </a:prstGeom>
        </p:spPr>
        <p:txBody>
          <a:bodyPr wrap="square">
            <a:spAutoFit/>
          </a:bodyPr>
          <a:lstStyle/>
          <a:p>
            <a:r>
              <a:rPr sz="1400"/>
              <a:t>Phones vote after scanning the QR code in presenter view. After the reveal, presenter view offers slide 9 since Inner core leads there.</a:t>
            </a:r>
            <a:endParaRPr sz="140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6" name="Title 1"/>
          <p:cNvSpPr>
            <a:spLocks noGrp="1"/>
          </p:cNvSpPr>
          <p:nvPr>
            <p:ph type="title"/>
          </p:nvPr>
        </p:nvSpPr>
        <p:spPr/>
        <p:txBody>
          <a:bodyPr/>
          <a:lstStyle/>
          <a:p>
            <a:r>
              <a:rPr/>
              <a:t>The inner core is the hottest</a:t>
            </a:r>
          </a:p>
        </p:txBody>
      </p:sp>
      <p:sp>
        <p:nvSpPr>
          <p:cNvPr id="307" name="Content Placeholder 2"/>
          <p:cNvSpPr>
            <a:spLocks noGrp="1"/>
          </p:cNvSpPr>
          <p:nvPr>
            <p:ph idx="1"/>
          </p:nvPr>
        </p:nvSpPr>
        <p:spPr/>
        <p:txBody>
          <a:bodyPr/>
          <a:lstStyle/>
          <a:p>
            <a:r>
              <a:rPr/>
              <a:t>The inner core is about 5,200 °C, as hot as the surface of the Sun.</a:t>
            </a:r>
          </a:p>
          <a:p>
            <a:r>
              <a:rPr/>
              <a:t>The poll on slide 8 offers this slide when Inner core wins.</a:t>
            </a:r>
          </a:p>
        </p:txBody>
      </p:sp>
    </p:spTree>
    <p:custDataLst>
      <p:tags r:id="rId3"/>
    </p:custData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9" name="Title 1"/>
          <p:cNvSpPr>
            <a:spLocks noGrp="1"/>
          </p:cNvSpPr>
          <p:nvPr>
            <p:ph type="title"/>
          </p:nvPr>
        </p:nvSpPr>
        <p:spPr/>
        <p:txBody>
          <a:bodyPr/>
          <a:lstStyle/>
          <a:p>
            <a:r>
              <a:rPr/>
              <a:t>Measure</a:t>
            </a:r>
          </a:p>
        </p:txBody>
      </p:sp>
      <p:sp>
        <p:nvSpPr>
          <p:cNvPr id="310" name="TextBox 2"/>
          <p:cNvSpPr txBox="1"/>
          <p:nvPr/>
        </p:nvSpPr>
        <p:spPr>
          <a:xfrm>
            <a:off x="635000" y="1651000"/>
            <a:ext cx="3810000" cy="1737360"/>
          </a:xfrm>
          <a:prstGeom prst="rect">
            <a:avLst/>
          </a:prstGeom>
        </p:spPr>
        <p:txBody>
          <a:bodyPr wrap="square">
            <a:spAutoFit/>
          </a:bodyPr>
          <a:lstStyle/>
          <a:p>
            <a:r>
              <a:rPr sz="1800"/>
              <a:t>Facial thirds over a picture.</a:t>
            </a:r>
            <a:endParaRPr sz="1800"/>
          </a:p>
          <a:p>
            <a:endParaRPr sz="1800"/>
          </a:p>
          <a:p>
            <a:r>
              <a:rPr sz="1800"/>
              <a:t>In the show, drag the handles to the hairline, brow, nose base and chin. Fifths, Angle and Ratio are in the panel.</a:t>
            </a:r>
            <a:endParaRPr sz="1800"/>
          </a:p>
        </p:txBody>
      </p:sp>
      <p:pic>
        <p:nvPicPr>
          <p:cNvPr id="312" name="Picture 3" descr="Face drawing.png"/>
          <p:cNvPicPr>
            <a:picLocks noChangeAspect="1"/>
          </p:cNvPicPr>
          <p:nvPr/>
        </p:nvPicPr>
        <p:blipFill rotWithShape="1">
          <a:blip r:embed="rId3"/>
          <a:stretch>
            <a:fillRect/>
          </a:stretch>
        </p:blipFill>
        <p:spPr>
          <a:xfrm>
            <a:off x="5842000" y="1016000"/>
            <a:ext cx="4826000" cy="5588000"/>
          </a:xfrm>
          <a:prstGeom prst="rect">
            <a:avLst/>
          </a:prstGeom>
        </p:spPr>
      </p:pic>
      <p:sp>
        <p:nvSpPr>
          <p:cNvPr id="313" name="Measure 313"/>
          <p:cNvSpPr/>
          <p:nvPr>
            <p:custDataLst>
              <p:tags r:id="rId4"/>
            </p:custDataLst>
          </p:nvPr>
        </p:nvSpPr>
        <p:spPr>
          <a:xfrm>
            <a:off x="5842000" y="1016000"/>
            <a:ext cx="4826000" cy="5588000"/>
          </a:xfrm>
          <a:prstGeom prst="rect">
            <a:avLst/>
          </a:prstGeom>
          <a:noFill/>
          <a:ln>
            <a:noFill/>
          </a:ln>
        </p:spPr>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5" name="Title 1"/>
          <p:cNvSpPr>
            <a:spLocks noGrp="1"/>
          </p:cNvSpPr>
          <p:nvPr>
            <p:ph type="title"/>
          </p:nvPr>
        </p:nvSpPr>
        <p:spPr/>
        <p:txBody>
          <a:bodyPr/>
          <a:lstStyle/>
          <a:p>
            <a:r>
              <a:rPr/>
              <a:t>Injection map</a:t>
            </a:r>
          </a:p>
        </p:txBody>
      </p:sp>
      <p:sp>
        <p:nvSpPr>
          <p:cNvPr id="316" name="TextBox 2"/>
          <p:cNvSpPr txBox="1"/>
          <p:nvPr/>
        </p:nvSpPr>
        <p:spPr>
          <a:xfrm>
            <a:off x="635000" y="1651000"/>
            <a:ext cx="4191000" cy="1188720"/>
          </a:xfrm>
          <a:prstGeom prst="rect">
            <a:avLst/>
          </a:prstGeom>
        </p:spPr>
        <p:txBody>
          <a:bodyPr wrap="square">
            <a:spAutoFit/>
          </a:bodyPr>
          <a:lstStyle/>
          <a:p>
            <a:r>
              <a:rPr sz="1800"/>
              <a:t>Click the face in the show to place a point. Each point takes the product picked in presenter view, Toxin in units or Filler in mL, and the total shows under the map.</a:t>
            </a:r>
            <a:endParaRPr sz="1800"/>
          </a:p>
        </p:txBody>
      </p:sp>
      <p:pic>
        <p:nvPicPr>
          <p:cNvPr id="317" name="Picture 3" descr="Face drawing.png"/>
          <p:cNvPicPr>
            <a:picLocks noChangeAspect="1"/>
          </p:cNvPicPr>
          <p:nvPr/>
        </p:nvPicPr>
        <p:blipFill rotWithShape="1">
          <a:blip r:embed="rId3"/>
          <a:stretch>
            <a:fillRect/>
          </a:stretch>
        </p:blipFill>
        <p:spPr>
          <a:xfrm>
            <a:off x="5842000" y="1016000"/>
            <a:ext cx="4826000" cy="5588000"/>
          </a:xfrm>
          <a:prstGeom prst="rect">
            <a:avLst/>
          </a:prstGeom>
        </p:spPr>
      </p:pic>
      <p:sp>
        <p:nvSpPr>
          <p:cNvPr id="318" name="Injection map 318"/>
          <p:cNvSpPr/>
          <p:nvPr>
            <p:custDataLst>
              <p:tags r:id="rId4"/>
            </p:custDataLst>
          </p:nvPr>
        </p:nvSpPr>
        <p:spPr>
          <a:xfrm>
            <a:off x="5842000" y="1016000"/>
            <a:ext cx="4826000" cy="5588000"/>
          </a:xfrm>
          <a:prstGeom prst="rect">
            <a:avLst/>
          </a:prstGeom>
          <a:noFill/>
          <a:ln>
            <a:noFill/>
          </a:ln>
        </p:spPr>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0" name="Title 1"/>
          <p:cNvSpPr>
            <a:spLocks noGrp="1"/>
          </p:cNvSpPr>
          <p:nvPr>
            <p:ph type="title"/>
          </p:nvPr>
        </p:nvSpPr>
        <p:spPr/>
        <p:txBody>
          <a:bodyPr/>
          <a:lstStyle/>
          <a:p>
            <a:r>
              <a:rPr/>
              <a:t>Audience phones</a:t>
            </a:r>
          </a:p>
        </p:txBody>
      </p:sp>
      <p:sp>
        <p:nvSpPr>
          <p:cNvPr id="321" name="Content Placeholder 2"/>
          <p:cNvSpPr>
            <a:spLocks noGrp="1"/>
          </p:cNvSpPr>
          <p:nvPr>
            <p:ph idx="1"/>
          </p:nvPr>
        </p:nvSpPr>
        <p:spPr/>
        <p:txBody>
          <a:bodyPr/>
          <a:lstStyle/>
          <a:p>
            <a:r>
              <a:rPr/>
              <a:t>Start the show with Present. Presenter view shows a QR code under the next slide, and Show QR to audience puts it on the big screen.</a:t>
            </a:r>
          </a:p>
          <a:p>
            <a:r>
              <a:rPr/>
              <a:t>Phones scan it, type a name and vote in the poll on slide 8.</a:t>
            </a:r>
          </a:p>
          <a:p>
            <a:r>
              <a:rPr/>
              <a:t>Grant gives one phone control of the globe on slide 2, and lets it point and draw on the slide.</a:t>
            </a:r>
          </a:p>
          <a:p>
            <a:r>
              <a:rPr/>
              <a:t>If the venue wifi blocks phones, Start hotspot makes the laptop its own network.</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3" name="Title 1"/>
          <p:cNvSpPr>
            <a:spLocks noGrp="1"/>
          </p:cNvSpPr>
          <p:nvPr>
            <p:ph type="title"/>
          </p:nvPr>
        </p:nvSpPr>
        <p:spPr/>
        <p:txBody>
          <a:bodyPr/>
          <a:lstStyle/>
          <a:p>
            <a:r>
              <a:rPr/>
              <a:t>Word cloud</a:t>
            </a:r>
          </a:p>
        </p:txBody>
      </p:sp>
      <p:sp>
        <p:nvSpPr>
          <p:cNvPr id="324" name="Poll 324"/>
          <p:cNvSpPr/>
          <p:nvPr>
            <p:custDataLst>
              <p:tags r:id="rId3"/>
            </p:custDataLst>
          </p:nvPr>
        </p:nvSpPr>
        <p:spPr>
          <a:xfrm>
            <a:off x="1524000" y="1270000"/>
            <a:ext cx="9144000" cy="4318000"/>
          </a:xfrm>
          <a:prstGeom prst="rect">
            <a:avLst/>
          </a:prstGeom>
          <a:solidFill>
            <a:srgbClr val="1E293B"/>
          </a:solidFill>
          <a:ln/>
        </p:spPr>
        <p:txBody>
          <a:bodyPr lIns="177800" tIns="127000" rIns="177800" bIns="127000" anchor="ctr"/>
          <a:lstStyle/>
          <a:p>
            <a:r>
              <a:rPr sz="2400" b="1">
                <a:solidFill>
                  <a:srgbClr val="FFFFFF"/>
                </a:solidFill>
              </a:rPr>
              <a:t>What comes to mind when you hear spring?</a:t>
            </a:r>
          </a:p>
          <a:p>
            <a:r>
              <a:rPr sz="1800" b="0">
                <a:solidFill>
                  <a:srgbClr val="FFFFFF"/>
                </a:solidFill>
              </a:rPr>
              <a:t>Answer with up to three words</a:t>
            </a:r>
          </a:p>
        </p:txBody>
      </p:sp>
      <p:sp>
        <p:nvSpPr>
          <p:cNvPr id="325" name="TextBox 3"/>
          <p:cNvSpPr txBox="1"/>
          <p:nvPr/>
        </p:nvSpPr>
        <p:spPr>
          <a:xfrm>
            <a:off x="1524000" y="5778500"/>
            <a:ext cx="9144000" cy="304800"/>
          </a:xfrm>
          <a:prstGeom prst="rect">
            <a:avLst/>
          </a:prstGeom>
        </p:spPr>
        <p:txBody>
          <a:bodyPr wrap="square">
            <a:spAutoFit/>
          </a:bodyPr>
          <a:lstStyle/>
          <a:p>
            <a:r>
              <a:rPr sz="1400"/>
              <a:t>Phones type up to three words. The words most phones sent come up biggest.</a:t>
            </a:r>
            <a:endParaRPr sz="140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 name="Title 1"/>
          <p:cNvSpPr>
            <a:spLocks noGrp="1"/>
          </p:cNvSpPr>
          <p:nvPr>
            <p:ph type="title"/>
          </p:nvPr>
        </p:nvSpPr>
        <p:spPr/>
        <p:txBody>
          <a:bodyPr/>
          <a:lstStyle/>
          <a:p>
            <a:r>
              <a:rPr/>
              <a:t>Ranking</a:t>
            </a:r>
          </a:p>
        </p:txBody>
      </p:sp>
      <p:sp>
        <p:nvSpPr>
          <p:cNvPr id="328" name="Poll 328"/>
          <p:cNvSpPr/>
          <p:nvPr>
            <p:custDataLst>
              <p:tags r:id="rId3"/>
            </p:custDataLst>
          </p:nvPr>
        </p:nvSpPr>
        <p:spPr>
          <a:xfrm>
            <a:off x="1524000" y="1270000"/>
            <a:ext cx="9144000" cy="4318000"/>
          </a:xfrm>
          <a:prstGeom prst="rect">
            <a:avLst/>
          </a:prstGeom>
          <a:solidFill>
            <a:srgbClr val="1E293B"/>
          </a:solidFill>
          <a:ln/>
        </p:spPr>
        <p:txBody>
          <a:bodyPr lIns="177800" tIns="127000" rIns="177800" bIns="127000" anchor="ctr"/>
          <a:lstStyle/>
          <a:p>
            <a:r>
              <a:rPr sz="2400" b="1">
                <a:solidFill>
                  <a:srgbClr val="FFFFFF"/>
                </a:solidFill>
              </a:rPr>
              <a:t>Put these planets in order of size, biggest first.</a:t>
            </a:r>
          </a:p>
          <a:p>
            <a:r>
              <a:rPr sz="1800" b="0">
                <a:solidFill>
                  <a:srgbClr val="FFFFFF"/>
                </a:solidFill>
              </a:rPr>
              <a:t>1.  Earth</a:t>
            </a:r>
          </a:p>
          <a:p>
            <a:r>
              <a:rPr sz="1800" b="0">
                <a:solidFill>
                  <a:srgbClr val="FFFFFF"/>
                </a:solidFill>
              </a:rPr>
              <a:t>2.  Mars</a:t>
            </a:r>
          </a:p>
          <a:p>
            <a:r>
              <a:rPr sz="1800" b="0">
                <a:solidFill>
                  <a:srgbClr val="FFFFFF"/>
                </a:solidFill>
              </a:rPr>
              <a:t>3.  Jupiter</a:t>
            </a:r>
          </a:p>
          <a:p>
            <a:r>
              <a:rPr sz="1800" b="0">
                <a:solidFill>
                  <a:srgbClr val="FFFFFF"/>
                </a:solidFill>
              </a:rPr>
              <a:t>4.  Venus</a:t>
            </a:r>
          </a:p>
        </p:txBody>
      </p:sp>
      <p:sp>
        <p:nvSpPr>
          <p:cNvPr id="329" name="TextBox 3"/>
          <p:cNvSpPr txBox="1"/>
          <p:nvPr/>
        </p:nvSpPr>
        <p:spPr>
          <a:xfrm>
            <a:off x="1524000" y="5778500"/>
            <a:ext cx="9144000" cy="304800"/>
          </a:xfrm>
          <a:prstGeom prst="rect">
            <a:avLst/>
          </a:prstGeom>
        </p:spPr>
        <p:txBody>
          <a:bodyPr wrap="square">
            <a:spAutoFit/>
          </a:bodyPr>
          <a:lstStyle/>
          <a:p>
            <a:r>
              <a:rPr sz="1400"/>
              <a:t>Phones drag the answers into their own order. The room's order shows when the answers close.</a:t>
            </a:r>
            <a:endParaRPr sz="140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1" name="Title 1"/>
          <p:cNvSpPr>
            <a:spLocks noGrp="1"/>
          </p:cNvSpPr>
          <p:nvPr>
            <p:ph type="title"/>
          </p:nvPr>
        </p:nvSpPr>
        <p:spPr/>
        <p:txBody>
          <a:bodyPr/>
          <a:lstStyle/>
          <a:p>
            <a:r>
              <a:rPr/>
              <a:t>Rating</a:t>
            </a:r>
          </a:p>
        </p:txBody>
      </p:sp>
      <p:sp>
        <p:nvSpPr>
          <p:cNvPr id="332" name="Poll 332"/>
          <p:cNvSpPr/>
          <p:nvPr>
            <p:custDataLst>
              <p:tags r:id="rId3"/>
            </p:custDataLst>
          </p:nvPr>
        </p:nvSpPr>
        <p:spPr>
          <a:xfrm>
            <a:off x="1524000" y="1270000"/>
            <a:ext cx="9144000" cy="4318000"/>
          </a:xfrm>
          <a:prstGeom prst="rect">
            <a:avLst/>
          </a:prstGeom>
          <a:solidFill>
            <a:srgbClr val="1E293B"/>
          </a:solidFill>
          <a:ln/>
        </p:spPr>
        <p:txBody>
          <a:bodyPr lIns="177800" tIns="127000" rIns="177800" bIns="127000" anchor="ctr"/>
          <a:lstStyle/>
          <a:p>
            <a:r>
              <a:rPr sz="2400" b="1">
                <a:solidFill>
                  <a:srgbClr val="FFFFFF"/>
                </a:solidFill>
              </a:rPr>
              <a:t>How clear has this tour been so far?</a:t>
            </a:r>
          </a:p>
          <a:p>
            <a:r>
              <a:rPr sz="1800" b="0">
                <a:solidFill>
                  <a:srgbClr val="FFFFFF"/>
                </a:solidFill>
              </a:rPr>
              <a:t>Rate from 1 to 5</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4" name="Title 1"/>
          <p:cNvSpPr>
            <a:spLocks noGrp="1"/>
          </p:cNvSpPr>
          <p:nvPr>
            <p:ph type="title"/>
          </p:nvPr>
        </p:nvSpPr>
        <p:spPr/>
        <p:txBody>
          <a:bodyPr/>
          <a:lstStyle/>
          <a:p>
            <a:r>
              <a:rPr/>
              <a:t>Questions and reactions</a:t>
            </a:r>
          </a:p>
        </p:txBody>
      </p:sp>
      <p:sp>
        <p:nvSpPr>
          <p:cNvPr id="335" name="Content Placeholder 2"/>
          <p:cNvSpPr>
            <a:spLocks noGrp="1"/>
          </p:cNvSpPr>
          <p:nvPr>
            <p:ph idx="1"/>
          </p:nvPr>
        </p:nvSpPr>
        <p:spPr/>
        <p:txBody>
          <a:bodyPr/>
          <a:lstStyle/>
          <a:p>
            <a:r>
              <a:rPr/>
              <a:t>Phones ask from the Questions tab, with their name or without, and back the questions they want answered.</a:t>
            </a:r>
          </a:p>
          <a:p>
            <a:r>
              <a:rPr/>
              <a:t>Presenter view lists the most backed first. Show on screen puts one up for the room.</a:t>
            </a:r>
          </a:p>
          <a:p>
            <a:r>
              <a:rPr/>
              <a:t>Love it, Great, Wow and Lost me float up the side of the screen. Presenter view counts them per slide.</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 name="Title 1"/>
          <p:cNvSpPr>
            <a:spLocks noGrp="1"/>
          </p:cNvSpPr>
          <p:nvPr>
            <p:ph type="title"/>
          </p:nvPr>
        </p:nvSpPr>
        <p:spPr/>
        <p:txBody>
          <a:bodyPr/>
          <a:lstStyle/>
          <a:p>
            <a:r>
              <a:rPr/>
              <a:t>Live captions</a:t>
            </a:r>
          </a:p>
        </p:txBody>
      </p:sp>
      <p:sp>
        <p:nvSpPr>
          <p:cNvPr id="338" name="Content Placeholder 2"/>
          <p:cNvSpPr>
            <a:spLocks noGrp="1"/>
          </p:cNvSpPr>
          <p:nvPr>
            <p:ph idx="1"/>
          </p:nvPr>
        </p:nvSpPr>
        <p:spPr/>
        <p:txBody>
          <a:bodyPr/>
          <a:lstStyle/>
          <a:p>
            <a:r>
              <a:rPr/>
              <a:t>Slide Show › Live Captions. Download the speech model once, then captions run on this laptop.</a:t>
            </a:r>
          </a:p>
          <a:p>
            <a:r>
              <a:rPr/>
              <a:t>They show along the bottom of the screen and on the phones, in Thai or English.</a:t>
            </a:r>
          </a:p>
          <a:p>
            <a:r>
              <a:rPr/>
              <a:t>Each slide's own words help it spell names like Jupiter.</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0" name="Title 1"/>
          <p:cNvSpPr>
            <a:spLocks noGrp="1"/>
          </p:cNvSpPr>
          <p:nvPr>
            <p:ph type="title"/>
          </p:nvPr>
        </p:nvSpPr>
        <p:spPr/>
        <p:txBody>
          <a:bodyPr/>
          <a:lstStyle/>
          <a:p>
            <a:r>
              <a:rPr/>
              <a:t>Rehearse with Coach</a:t>
            </a:r>
          </a:p>
        </p:txBody>
      </p:sp>
      <p:sp>
        <p:nvSpPr>
          <p:cNvPr id="341" name="Content Placeholder 2"/>
          <p:cNvSpPr>
            <a:spLocks noGrp="1"/>
          </p:cNvSpPr>
          <p:nvPr>
            <p:ph idx="1"/>
          </p:nvPr>
        </p:nvSpPr>
        <p:spPr/>
        <p:txBody>
          <a:bodyPr/>
          <a:lstStyle/>
          <a:p>
            <a:r>
              <a:rPr/>
              <a:t>Slide Show › Rehearse with Coach. Talk through the deck out loud.</a:t>
            </a:r>
          </a:p>
          <a:p>
            <a:r>
              <a:rPr/>
              <a:t>The report gives each slide's time, words a minute, filler words, long pauses and slides read out word for word.</a:t>
            </a:r>
          </a:p>
          <a:p>
            <a:r>
              <a:rPr/>
              <a:t>Keep this pace, and presenter view says how far ahead or behind you are in the real talk.</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3" name="Title 1"/>
          <p:cNvSpPr>
            <a:spLocks noGrp="1"/>
          </p:cNvSpPr>
          <p:nvPr>
            <p:ph type="title"/>
          </p:nvPr>
        </p:nvSpPr>
        <p:spPr/>
        <p:txBody>
          <a:bodyPr/>
          <a:lstStyle/>
          <a:p>
            <a:r>
              <a:rPr/>
              <a:t>Record and export to video</a:t>
            </a:r>
          </a:p>
        </p:txBody>
      </p:sp>
      <p:sp>
        <p:nvSpPr>
          <p:cNvPr id="344" name="Content Placeholder 2"/>
          <p:cNvSpPr>
            <a:spLocks noGrp="1"/>
          </p:cNvSpPr>
          <p:nvPr>
            <p:ph idx="1"/>
          </p:nvPr>
        </p:nvSpPr>
        <p:spPr/>
        <p:txBody>
          <a:bodyPr/>
          <a:lstStyle/>
          <a:p>
            <a:r>
              <a:rPr/>
              <a:t>Record › Record from Beginning. Each slide keeps what you say while it is up.</a:t>
            </a:r>
          </a:p>
          <a:p>
            <a:r>
              <a:rPr/>
              <a:t>The recording plays with the slide, in deckrt and in PowerPoint.</a:t>
            </a:r>
          </a:p>
          <a:p>
            <a:r>
              <a:rPr/>
              <a:t>Record › Export to Video makes an MP4 with your voice and timings.</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6" name="Title 1"/>
          <p:cNvSpPr>
            <a:spLocks noGrp="1"/>
          </p:cNvSpPr>
          <p:nvPr>
            <p:ph type="title"/>
          </p:nvPr>
        </p:nvSpPr>
        <p:spPr/>
        <p:txBody>
          <a:bodyPr/>
          <a:lstStyle/>
          <a:p>
            <a:r>
              <a:rPr/>
              <a:t>Checks before a talk and before sharing</a:t>
            </a:r>
          </a:p>
        </p:txBody>
      </p:sp>
      <p:sp>
        <p:nvSpPr>
          <p:cNvPr id="347" name="Content Placeholder 2"/>
          <p:cNvSpPr>
            <a:spLocks noGrp="1"/>
          </p:cNvSpPr>
          <p:nvPr>
            <p:ph idx="1"/>
          </p:nvPr>
        </p:nvSpPr>
        <p:spPr/>
        <p:txBody>
          <a:bodyPr/>
          <a:lstStyle/>
          <a:p>
            <a:r>
              <a:rPr/>
              <a:t>Check Deck runs when you press Present: videos that won't play, missing fonts, text off the slide.</a:t>
            </a:r>
          </a:p>
          <a:p>
            <a:r>
              <a:rPr/>
              <a:t>Review › Check Before Sharing finds patient numbers, cropped parts of photos, photo details and notes.</a:t>
            </a:r>
          </a:p>
          <a:p>
            <a:r>
              <a:rPr/>
              <a:t>Review › Blur Area blurs the part of a photo you drag over.</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9" name="Title 1"/>
          <p:cNvSpPr>
            <a:spLocks noGrp="1"/>
          </p:cNvSpPr>
          <p:nvPr>
            <p:ph type="title"/>
          </p:nvPr>
        </p:nvSpPr>
        <p:spPr/>
        <p:txBody>
          <a:bodyPr/>
          <a:lstStyle/>
          <a:p>
            <a:r>
              <a:rPr/>
              <a:t>Picture tools</a:t>
            </a:r>
          </a:p>
        </p:txBody>
      </p:sp>
      <p:sp>
        <p:nvSpPr>
          <p:cNvPr id="350" name="TextBox 2"/>
          <p:cNvSpPr txBox="1"/>
          <p:nvPr/>
        </p:nvSpPr>
        <p:spPr>
          <a:xfrm>
            <a:off x="635000" y="1651000"/>
            <a:ext cx="4191000" cy="2011680"/>
          </a:xfrm>
          <a:prstGeom prst="rect">
            <a:avLst/>
          </a:prstGeom>
        </p:spPr>
        <p:txBody>
          <a:bodyPr wrap="square">
            <a:spAutoFit/>
          </a:bodyPr>
          <a:lstStyle/>
          <a:p>
            <a:r>
              <a:rPr sz="1800"/>
              <a:t>Click the picture, then open Picture Format. Corrections, Color and Transparency have sliders: drag one and the picture changes as you drag.</a:t>
            </a:r>
            <a:endParaRPr sz="1800"/>
          </a:p>
          <a:p>
            <a:endParaRPr sz="1800"/>
          </a:p>
          <a:p>
            <a:r>
              <a:rPr sz="1800"/>
              <a:t>Insert › Screenshot puts a picture of another window on the slide.</a:t>
            </a:r>
            <a:endParaRPr sz="1800"/>
          </a:p>
        </p:txBody>
      </p:sp>
      <p:pic>
        <p:nvPicPr>
          <p:cNvPr id="351" name="Picture 3" descr="Hill in spring.jpg"/>
          <p:cNvPicPr>
            <a:picLocks noChangeAspect="1"/>
          </p:cNvPicPr>
          <p:nvPr/>
        </p:nvPicPr>
        <p:blipFill rotWithShape="1">
          <a:blip r:embed="rId3"/>
          <a:stretch>
            <a:fillRect/>
          </a:stretch>
        </p:blipFill>
        <p:spPr>
          <a:xfrm>
            <a:off x="5334000" y="1524000"/>
            <a:ext cx="6096000" cy="4140200"/>
          </a:xfrm>
          <a:prstGeom prst="rect">
            <a:avLst/>
          </a:prstGeom>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3" name="Title 1"/>
          <p:cNvSpPr>
            <a:spLocks noGrp="1"/>
          </p:cNvSpPr>
          <p:nvPr>
            <p:ph type="title"/>
          </p:nvPr>
        </p:nvSpPr>
        <p:spPr/>
        <p:txBody>
          <a:bodyPr/>
          <a:lstStyle/>
          <a:p>
            <a:r>
              <a:rPr/>
              <a:t>Animations and transitions</a:t>
            </a:r>
          </a:p>
        </p:txBody>
      </p:sp>
      <p:sp>
        <p:nvSpPr>
          <p:cNvPr id="354" name="TextBox 2"/>
          <p:cNvSpPr txBox="1"/>
          <p:nvPr/>
        </p:nvSpPr>
        <p:spPr>
          <a:xfrm>
            <a:off x="635000" y="1651000"/>
            <a:ext cx="5080000" cy="1737360"/>
          </a:xfrm>
          <a:prstGeom prst="rect">
            <a:avLst/>
          </a:prstGeom>
        </p:spPr>
        <p:txBody>
          <a:bodyPr wrap="square">
            <a:spAutoFit/>
          </a:bodyPr>
          <a:lstStyle/>
          <a:p>
            <a:r>
              <a:rPr sz="1800"/>
              <a:t>Each box on the right flies in on a click. On the Animations tab, Preview plays them here on the slide.</a:t>
            </a:r>
            <a:endParaRPr sz="1800"/>
          </a:p>
          <a:p>
            <a:endParaRPr sz="1800"/>
          </a:p>
          <a:p>
            <a:r>
              <a:rPr sz="1800"/>
              <a:t>Hover over an effect in the gallery to see it move before you pick it.</a:t>
            </a:r>
            <a:endParaRPr sz="1800"/>
          </a:p>
        </p:txBody>
      </p:sp>
      <p:sp>
        <p:nvSpPr>
          <p:cNvPr id="355" name="Rectangle 3"/>
          <p:cNvSpPr/>
          <p:nvPr/>
        </p:nvSpPr>
        <p:spPr>
          <a:xfrm>
            <a:off x="6604000" y="1778000"/>
            <a:ext cx="3810000" cy="1016000"/>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r>
              <a:rPr/>
              <a:t>Crust</a:t>
            </a:r>
          </a:p>
        </p:txBody>
      </p:sp>
      <p:sp>
        <p:nvSpPr>
          <p:cNvPr id="356" name="Rectangle 4"/>
          <p:cNvSpPr/>
          <p:nvPr/>
        </p:nvSpPr>
        <p:spPr>
          <a:xfrm>
            <a:off x="6604000" y="3175000"/>
            <a:ext cx="3810000" cy="1016000"/>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r>
              <a:rPr/>
              <a:t>Mantle</a:t>
            </a:r>
          </a:p>
        </p:txBody>
      </p:sp>
      <p:sp>
        <p:nvSpPr>
          <p:cNvPr id="357" name="Rectangle 5"/>
          <p:cNvSpPr/>
          <p:nvPr/>
        </p:nvSpPr>
        <p:spPr>
          <a:xfrm>
            <a:off x="6604000" y="4572000"/>
            <a:ext cx="3810000" cy="1016000"/>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r>
              <a:rPr/>
              <a:t>Core</a:t>
            </a:r>
          </a:p>
        </p:txBody>
      </p:sp>
    </p:spTree>
  </p:cSld>
  <p:clrMapOvr>
    <a:masterClrMapping/>
  </p:clrMapOvr>
  <mc:AlternateContent xmlns:mc="http://schemas.openxmlformats.org/markup-compatibility/2006">
    <mc:Choice xmlns:p14="http://schemas.microsoft.com/office/powerpoint/2010/main" xmlns:p159="http://schemas.microsoft.com/office/powerpoint/2015/09/main" Requires="p159">
      <p:transition spd="slow" p14:dur="2000">
        <p159:morph option="byObject"/>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55"/>
                                        </p:tgtEl>
                                        <p:attrNameLst>
                                          <p:attrName>style.visibility</p:attrName>
                                        </p:attrNameLst>
                                      </p:cBhvr>
                                      <p:to>
                                        <p:strVal val="visible"/>
                                      </p:to>
                                    </p:set>
                                    <p:anim calcmode="lin" valueType="num">
                                      <p:cBhvr additive="base">
                                        <p:cTn id="7" dur="500" fill="hold"/>
                                        <p:tgtEl>
                                          <p:spTgt spid="355"/>
                                        </p:tgtEl>
                                        <p:attrNameLst>
                                          <p:attrName>ppt_x</p:attrName>
                                        </p:attrNameLst>
                                      </p:cBhvr>
                                      <p:tavLst>
                                        <p:tav tm="0">
                                          <p:val>
                                            <p:strVal val="#ppt_x"/>
                                          </p:val>
                                        </p:tav>
                                        <p:tav tm="100000">
                                          <p:val>
                                            <p:strVal val="#ppt_x"/>
                                          </p:val>
                                        </p:tav>
                                      </p:tavLst>
                                    </p:anim>
                                    <p:anim calcmode="lin" valueType="num">
                                      <p:cBhvr additive="base">
                                        <p:cTn id="8" dur="500" fill="hold"/>
                                        <p:tgtEl>
                                          <p:spTgt spid="355"/>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10" presetClass="entr" presetSubtype="0" fill="hold" grpId="0" nodeType="clickEffect">
                                  <p:stCondLst>
                                    <p:cond delay="0"/>
                                  </p:stCondLst>
                                  <p:childTnLst>
                                    <p:set>
                                      <p:cBhvr>
                                        <p:cTn id="12" dur="1" fill="hold">
                                          <p:stCondLst>
                                            <p:cond delay="0"/>
                                          </p:stCondLst>
                                        </p:cTn>
                                        <p:tgtEl>
                                          <p:spTgt spid="356"/>
                                        </p:tgtEl>
                                        <p:attrNameLst>
                                          <p:attrName>style.visibility</p:attrName>
                                        </p:attrNameLst>
                                      </p:cBhvr>
                                      <p:to>
                                        <p:strVal val="visible"/>
                                      </p:to>
                                    </p:set>
                                    <p:animEffect transition="in" filter="fade">
                                      <p:cBhvr>
                                        <p:cTn id="13" dur="500" fill="hold"/>
                                        <p:tgtEl>
                                          <p:spTgt spid="356"/>
                                        </p:tgtEl>
                                      </p:cBhvr>
                                    </p:animEffect>
                                  </p:childTnLst>
                                </p:cTn>
                              </p:par>
                            </p:childTnLst>
                          </p:cTn>
                        </p:par>
                      </p:childTnLst>
                    </p:cTn>
                  </p:par>
                  <p:par>
                    <p:cTn id="14" fill="hold">
                      <p:stCondLst>
                        <p:cond delay="indefinite"/>
                      </p:stCondLst>
                      <p:childTnLst>
                        <p:par>
                          <p:cTn id="15" fill="hold">
                            <p:stCondLst>
                              <p:cond delay="0"/>
                            </p:stCondLst>
                            <p:childTnLst>
                              <p:par>
                                <p:cTn id="16" presetID="53" presetClass="entr" presetSubtype="16" fill="hold" grpId="0" nodeType="clickEffect">
                                  <p:stCondLst>
                                    <p:cond delay="0"/>
                                  </p:stCondLst>
                                  <p:childTnLst>
                                    <p:set>
                                      <p:cBhvr>
                                        <p:cTn id="17" dur="1" fill="hold">
                                          <p:stCondLst>
                                            <p:cond delay="0"/>
                                          </p:stCondLst>
                                        </p:cTn>
                                        <p:tgtEl>
                                          <p:spTgt spid="357"/>
                                        </p:tgtEl>
                                        <p:attrNameLst>
                                          <p:attrName>style.visibility</p:attrName>
                                        </p:attrNameLst>
                                      </p:cBhvr>
                                      <p:to>
                                        <p:strVal val="visible"/>
                                      </p:to>
                                    </p:set>
                                    <p:anim calcmode="lin" valueType="num">
                                      <p:cBhvr additive="base">
                                        <p:cTn id="18" dur="500" fill="hold"/>
                                        <p:tgtEl>
                                          <p:spTgt spid="357"/>
                                        </p:tgtEl>
                                        <p:attrNameLst>
                                          <p:attrName>ppt_w</p:attrName>
                                        </p:attrNameLst>
                                      </p:cBhvr>
                                      <p:tavLst>
                                        <p:tav tm="0">
                                          <p:val>
                                            <p:strVal val="0"/>
                                          </p:val>
                                        </p:tav>
                                        <p:tav tm="100000">
                                          <p:val>
                                            <p:strVal val="#ppt_w"/>
                                          </p:val>
                                        </p:tav>
                                      </p:tavLst>
                                    </p:anim>
                                    <p:anim calcmode="lin" valueType="num">
                                      <p:cBhvr additive="base">
                                        <p:cTn id="19" dur="500" fill="hold"/>
                                        <p:tgtEl>
                                          <p:spTgt spid="357"/>
                                        </p:tgtEl>
                                        <p:attrNameLst>
                                          <p:attrName>ppt_h</p:attrName>
                                        </p:attrNameLst>
                                      </p:cBhvr>
                                      <p:tavLst>
                                        <p:tav tm="0">
                                          <p:val>
                                            <p:strVal val="0"/>
                                          </p:val>
                                        </p:tav>
                                        <p:tav tm="100000">
                                          <p:val>
                                            <p:strVal val="#ppt_h"/>
                                          </p:val>
                                        </p:tav>
                                      </p:tavLst>
                                    </p:anim>
                                    <p:animEffect transition="in" filter="fade">
                                      <p:cBhvr>
                                        <p:cTn id="20" dur="500" fill="hold"/>
                                        <p:tgtEl>
                                          <p:spTgt spid="35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55" grpId="0" animBg="1"/>
      <p:bldP spid="356" grpId="0" animBg="1"/>
      <p:bldP spid="357" grpId="0" animBg="1"/>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9" name="Title 1"/>
          <p:cNvSpPr>
            <a:spLocks noGrp="1"/>
          </p:cNvSpPr>
          <p:nvPr>
            <p:ph type="title"/>
          </p:nvPr>
        </p:nvSpPr>
        <p:spPr/>
        <p:txBody>
          <a:bodyPr/>
          <a:lstStyle/>
          <a:p>
            <a:r>
              <a:rPr/>
              <a:t>Find a Slide</a:t>
            </a:r>
          </a:p>
        </p:txBody>
      </p:sp>
      <p:sp>
        <p:nvSpPr>
          <p:cNvPr id="360" name="Content Placeholder 2"/>
          <p:cNvSpPr>
            <a:spLocks noGrp="1"/>
          </p:cNvSpPr>
          <p:nvPr>
            <p:ph idx="1"/>
          </p:nvPr>
        </p:nvSpPr>
        <p:spPr/>
        <p:txBody>
          <a:bodyPr/>
          <a:lstStyle/>
          <a:p>
            <a:r>
              <a:rPr/>
              <a:t>Home › Find a Slide searches every deck in Documents, Desktop and Downloads.</a:t>
            </a:r>
          </a:p>
          <a:p>
            <a:r>
              <a:rPr/>
              <a:t>Type a word from a title, the text or the notes. Pick the slides and press Insert.</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2" name="Title 1"/>
          <p:cNvSpPr>
            <a:spLocks noGrp="1"/>
          </p:cNvSpPr>
          <p:nvPr>
            <p:ph type="title"/>
          </p:nvPr>
        </p:nvSpPr>
        <p:spPr/>
        <p:txBody>
          <a:bodyPr/>
          <a:lstStyle/>
          <a:p>
            <a:r>
              <a:rPr/>
              <a:t>Tidy Slide</a:t>
            </a:r>
          </a:p>
        </p:txBody>
      </p:sp>
      <p:sp>
        <p:nvSpPr>
          <p:cNvPr id="363" name="Rectangle 2"/>
          <p:cNvSpPr/>
          <p:nvPr/>
        </p:nvSpPr>
        <p:spPr>
          <a:xfrm>
            <a:off x="660400" y="1905000"/>
            <a:ext cx="3175000" cy="1905000"/>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p:txBody>
      </p:sp>
      <p:sp>
        <p:nvSpPr>
          <p:cNvPr id="364" name="Rectangle 3"/>
          <p:cNvSpPr/>
          <p:nvPr/>
        </p:nvSpPr>
        <p:spPr>
          <a:xfrm>
            <a:off x="4584700" y="1803400"/>
            <a:ext cx="2946400" cy="2095500"/>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p:txBody>
      </p:sp>
      <p:sp>
        <p:nvSpPr>
          <p:cNvPr id="365" name="Rectangle 4"/>
          <p:cNvSpPr/>
          <p:nvPr/>
        </p:nvSpPr>
        <p:spPr>
          <a:xfrm>
            <a:off x="8140700" y="1993900"/>
            <a:ext cx="3302000" cy="1778000"/>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p:txBody>
      </p:sp>
      <p:sp>
        <p:nvSpPr>
          <p:cNvPr id="366" name="TextBox 5"/>
          <p:cNvSpPr txBox="1"/>
          <p:nvPr/>
        </p:nvSpPr>
        <p:spPr>
          <a:xfrm>
            <a:off x="736600" y="4191000"/>
            <a:ext cx="3048000" cy="228600"/>
          </a:xfrm>
          <a:prstGeom prst="rect">
            <a:avLst/>
          </a:prstGeom>
        </p:spPr>
        <p:txBody>
          <a:bodyPr wrap="square">
            <a:spAutoFit/>
          </a:bodyPr>
          <a:lstStyle/>
          <a:p>
            <a:r>
              <a:rPr sz="900"/>
              <a:t>Crust: the thin rocky skin, 7 to 35 km thick.</a:t>
            </a:r>
            <a:endParaRPr sz="900"/>
          </a:p>
        </p:txBody>
      </p:sp>
      <p:sp>
        <p:nvSpPr>
          <p:cNvPr id="367" name="TextBox 6"/>
          <p:cNvSpPr txBox="1"/>
          <p:nvPr/>
        </p:nvSpPr>
        <p:spPr>
          <a:xfrm>
            <a:off x="4699000" y="4089400"/>
            <a:ext cx="2895600" cy="518160"/>
          </a:xfrm>
          <a:prstGeom prst="rect">
            <a:avLst/>
          </a:prstGeom>
        </p:spPr>
        <p:txBody>
          <a:bodyPr wrap="square">
            <a:spAutoFit/>
          </a:bodyPr>
          <a:lstStyle/>
          <a:p>
            <a:r>
              <a:rPr sz="1400"/>
              <a:t>Mantle: hot rock that flows very slowly.</a:t>
            </a:r>
            <a:endParaRPr sz="1400"/>
          </a:p>
        </p:txBody>
      </p:sp>
      <p:sp>
        <p:nvSpPr>
          <p:cNvPr id="368" name="TextBox 7"/>
          <p:cNvSpPr txBox="1"/>
          <p:nvPr/>
        </p:nvSpPr>
        <p:spPr>
          <a:xfrm>
            <a:off x="8890000" y="4292600"/>
            <a:ext cx="5334000" cy="518160"/>
          </a:xfrm>
          <a:prstGeom prst="rect">
            <a:avLst/>
          </a:prstGeom>
        </p:spPr>
        <p:txBody>
          <a:bodyPr wrap="square">
            <a:spAutoFit/>
          </a:bodyPr>
          <a:lstStyle/>
          <a:p>
            <a:r>
              <a:rPr sz="1400"/>
              <a:t>Core: iron and nickel, liquid outside and solid in the middle under the pressure.</a:t>
            </a:r>
            <a:endParaRPr sz="140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0" name="Title 1"/>
          <p:cNvSpPr>
            <a:spLocks noGrp="1"/>
          </p:cNvSpPr>
          <p:nvPr>
            <p:ph type="ctrTitle"/>
          </p:nvPr>
        </p:nvSpPr>
        <p:spPr/>
        <p:txBody>
          <a:bodyPr/>
          <a:lstStyle/>
          <a:p>
            <a:r>
              <a:rPr/>
              <a:t>Thank you</a:t>
            </a:r>
          </a:p>
        </p:txBody>
      </p:sp>
      <p:sp>
        <p:nvSpPr>
          <p:cNvPr id="371" name="Subtitle 2"/>
          <p:cNvSpPr>
            <a:spLocks noGrp="1"/>
          </p:cNvSpPr>
          <p:nvPr>
            <p:ph type="subTitle" idx="1"/>
          </p:nvPr>
        </p:nvSpPr>
        <p:spPr/>
        <p:txBody>
          <a:bodyPr/>
          <a:lstStyle/>
          <a:p>
            <a:r>
              <a:rPr/>
              <a:t>The feedback form is on your phones. The handout is in the Slides tab.</a:t>
            </a:r>
          </a:p>
        </p:txBody>
      </p:sp>
    </p:spTree>
  </p:cSld>
  <p:clrMapOvr>
    <a:masterClrMapping/>
  </p:clrMapOvr>
</p:sld>
</file>

<file path=ppt/tags/_rels/tag2.xml.rels><?xml version="1.0" encoding="UTF-8" standalone="yes"?>
<Relationships xmlns="http://schemas.openxmlformats.org/package/2006/relationships"><Relationship Id="rId1" Type="http://schemas.openxmlformats.org/officeDocument/2006/relationships/image" Target="../media/image2.jpeg"/><Relationship Id="rId2" Type="http://schemas.openxmlformats.org/officeDocument/2006/relationships/image" Target="../media/image3.jpeg"/><Relationship Id="rId3" Type="http://schemas.openxmlformats.org/officeDocument/2006/relationships/image" Target="../media/image4.jpeg"/></Relationships>
</file>

<file path=ppt/tags/_rels/tag3.xml.rels><?xml version="1.0" encoding="UTF-8" standalone="yes"?>
<Relationships xmlns="http://schemas.openxmlformats.org/package/2006/relationships"><Relationship Id="rId1" Type="http://schemas.openxmlformats.org/officeDocument/2006/relationships/image" Target="../media/image5.jpeg"/><Relationship Id="rId2" Type="http://schemas.openxmlformats.org/officeDocument/2006/relationships/image" Target="../media/image6.jpeg"/></Relationships>
</file>

<file path=ppt/tags/_rels/tag4.xml.rels><?xml version="1.0" encoding="UTF-8" standalone="yes"?>
<Relationships xmlns="http://schemas.openxmlformats.org/package/2006/relationships"><Relationship Id="rId1" Type="http://schemas.openxmlformats.org/officeDocument/2006/relationships/image" Target="../media/image7.jpeg"/><Relationship Id="rId2" Type="http://schemas.openxmlformats.org/officeDocument/2006/relationships/image" Target="../media/image8.jpeg"/><Relationship Id="rId3" Type="http://schemas.openxmlformats.org/officeDocument/2006/relationships/image" Target="../media/image9.jpeg"/><Relationship Id="rId4" Type="http://schemas.openxmlformats.org/officeDocument/2006/relationships/image" Target="../media/image10.jpeg"/></Relationships>
</file>

<file path=ppt/tags/tag1.xml><?xml version="1.0" encoding="utf-8"?>
<p:tagLst xmlns:a="http://schemas.openxmlformats.org/drawingml/2006/main" xmlns:r="http://schemas.openxmlformats.org/officeDocument/2006/relationships" xmlns:p="http://schemas.openxmlformats.org/presentationml/2006/main">
  <p:tag name="DECKRT.OBJECT" val="{&quot;v&quot;:1,&quot;type&quot;:&quot;model&quot;,&quot;config&quot;:{&quot;layers&quot;:[&quot;Crust&quot;,&quot;Mantle&quot;,&quot;Outer core&quot;,&quot;Inner core&quot;],&quot;hidden_layers&quot;:[],&quot;initial_rotation&quot;:[0.0,0.0,0.0],&quot;camera&quot;:null,&quot;link_group&quot;:&quot;&quot;},&quot;label&quot;:&quot;Earth layers&quot;,&quot;trigger&quot;:&quot;presenter&quot;,&quot;shortcut&quot;:&quot;l&quot;,&quot;visible&quot;:true,&quot;anchor&quot;:null}"/>
</p:tagLst>
</file>

<file path=ppt/tags/tag2.xml><?xml version="1.0" encoding="utf-8"?>
<p:tagLst xmlns:a="http://schemas.openxmlformats.org/drawingml/2006/main" xmlns:r="http://schemas.openxmlformats.org/officeDocument/2006/relationships" xmlns:p="http://schemas.openxmlformats.org/presentationml/2006/main">
  <p:tag name="DECKRT.OBJECT" val="{&quot;v&quot;:1,&quot;type&quot;:&quot;image_swap&quot;,&quot;config&quot;:{&quot;images&quot;:[&quot;rel:rId1&quot;,&quot;rel:rId2&quot;,&quot;rel:rId3&quot;],&quot;index&quot;:0,&quot;on_click&quot;:&quot;advance&quot;},&quot;label&quot;:&quot;Moon phases&quot;,&quot;trigger&quot;:&quot;audience_click&quot;,&quot;shortcut&quot;:null,&quot;visible&quot;:true,&quot;anchor&quot;:null}"/>
</p:tagLst>
</file>

<file path=ppt/tags/tag3.xml><?xml version="1.0" encoding="utf-8"?>
<p:tagLst xmlns:a="http://schemas.openxmlformats.org/drawingml/2006/main" xmlns:r="http://schemas.openxmlformats.org/officeDocument/2006/relationships" xmlns:p="http://schemas.openxmlformats.org/presentationml/2006/main">
  <p:tag name="DECKRT.OBJECT" val="{&quot;v&quot;:1,&quot;type&quot;:&quot;wipe&quot;,&quot;config&quot;:{&quot;before&quot;:&quot;rel:rId1&quot;,&quot;after&quot;:&quot;rel:rId2&quot;,&quot;initial_position&quot;:0.5},&quot;label&quot;:&quot;Winter and spring&quot;,&quot;trigger&quot;:&quot;audience_click&quot;,&quot;shortcut&quot;:null,&quot;visible&quot;:true,&quot;anchor&quot;:null}"/>
</p:tagLst>
</file>

<file path=ppt/tags/tag4.xml><?xml version="1.0" encoding="utf-8"?>
<p:tagLst xmlns:a="http://schemas.openxmlformats.org/drawingml/2006/main" xmlns:r="http://schemas.openxmlformats.org/officeDocument/2006/relationships" xmlns:p="http://schemas.openxmlformats.org/presentationml/2006/main">
  <p:tag name="DECKRT.OBJECT" val="{&quot;v&quot;:1,&quot;type&quot;:&quot;scrub&quot;,&quot;config&quot;:{&quot;images&quot;:[&quot;rel:rId1&quot;,&quot;rel:rId2&quot;,&quot;rel:rId3&quot;,&quot;rel:rId4&quot;],&quot;labels&quot;:[&quot;Day 0&quot;,&quot;Day 3&quot;,&quot;Day 7&quot;,&quot;Day 14&quot;],&quot;initial_index&quot;:0},&quot;label&quot;:&quot;Bean plant&quot;,&quot;trigger&quot;:&quot;audience_click&quot;,&quot;shortcut&quot;:null,&quot;visible&quot;:true,&quot;anchor&quot;:null}"/>
</p:tagLst>
</file>

<file path=ppt/tags/tag5.xml><?xml version="1.0" encoding="utf-8"?>
<p:tagLst xmlns:a="http://schemas.openxmlformats.org/drawingml/2006/main" xmlns:r="http://schemas.openxmlformats.org/officeDocument/2006/relationships" xmlns:p="http://schemas.openxmlformats.org/presentationml/2006/main">
  <p:tag name="DECKRT.OBJECT" val="{&quot;v&quot;:1,&quot;type&quot;:&quot;zoom&quot;,&quot;config&quot;:{&quot;source_rect&quot;:[0.5916666666666667,0.37037037037037035,0.10833333333333334,0.17037037037037037],&quot;max_scale&quot;:3.0,&quot;duration_ms&quot;:300},&quot;label&quot;:&quot;Market square&quot;,&quot;trigger&quot;:&quot;audience_click&quot;,&quot;shortcut&quot;:null,&quot;visible&quot;:true,&quot;anchor&quot;:null}"/>
</p:tagLst>
</file>

<file path=ppt/tags/tag6.xml><?xml version="1.0" encoding="utf-8"?>
<p:tagLst xmlns:a="http://schemas.openxmlformats.org/drawingml/2006/main" xmlns:r="http://schemas.openxmlformats.org/officeDocument/2006/relationships" xmlns:p="http://schemas.openxmlformats.org/presentationml/2006/main">
  <p:tag name="DECKRT.OBJECT" val="{&quot;v&quot;:1,&quot;type&quot;:&quot;popup&quot;,&quot;config&quot;:{&quot;content&quot;:{&quot;kind&quot;:&quot;text&quot;,&quot;text&quot;:&quot;The crust is the thin rocky skin of the Earth. Under the oceans it is about 7 km thick, and under the continents about 35 km.&quot;},&quot;panel_size&quot;:[0.45,0.4],&quot;panel_position&quot;:[0.45,0.3]},&quot;label&quot;:&quot;Crust&quot;,&quot;trigger&quot;:&quot;audience_click&quot;,&quot;shortcut&quot;:null,&quot;visible&quot;:true,&quot;anchor&quot;:null}"/>
</p:tagLst>
</file>

<file path=ppt/tags/tag7.xml><?xml version="1.0" encoding="utf-8"?>
<p:tagLst xmlns:a="http://schemas.openxmlformats.org/drawingml/2006/main" xmlns:r="http://schemas.openxmlformats.org/officeDocument/2006/relationships" xmlns:p="http://schemas.openxmlformats.org/presentationml/2006/main">
  <p:tag name="DECKRT.OBJECT" val="{&quot;v&quot;:1,&quot;type&quot;:&quot;popup&quot;,&quot;config&quot;:{&quot;content&quot;:{&quot;kind&quot;:&quot;text&quot;,&quot;text&quot;:&quot;The inner core is a ball of iron and nickel about 1,220 km across. It is as hot as the surface of the Sun and stays solid because of the pressure.&quot;},&quot;panel_size&quot;:[0.45,0.4],&quot;panel_position&quot;:[0.45,0.3]},&quot;label&quot;:&quot;Inner core&quot;,&quot;trigger&quot;:&quot;audience_click&quot;,&quot;shortcut&quot;:null,&quot;visible&quot;:true,&quot;anchor&quot;:null}"/>
</p:tagLst>
</file>

<file path=ppt/tags/tag8.xml><?xml version="1.0" encoding="utf-8"?>
<p:tagLst xmlns:a="http://schemas.openxmlformats.org/drawingml/2006/main" xmlns:r="http://schemas.openxmlformats.org/officeDocument/2006/relationships" xmlns:p="http://schemas.openxmlformats.org/presentationml/2006/main">
  <p:tag name="DECKRT.OBJECT" val="{&quot;v&quot;:1,&quot;type&quot;:&quot;poll&quot;,&quot;config&quot;:{&quot;kind&quot;:&quot;choice&quot;,&quot;scale&quot;:5,&quot;question&quot;:&quot;Which layer of the Earth is the hottest?&quot;,&quot;options&quot;:[&quot;Crust&quot;,&quot;Mantle&quot;,&quot;Outer core&quot;,&quot;Inner core&quot;],&quot;correct&quot;:3,&quot;reveal_correct&quot;:true,&quot;targets&quot;:[null,null,null,&quot;sf1bbcd88&quot;]},&quot;label&quot;:&quot;Hottest layer&quot;,&quot;trigger&quot;:&quot;presenter&quot;,&quot;shortcut&quot;:null,&quot;visible&quot;:true,&quot;anchor&quot;:null}"/>
</p:tagLst>
</file>

<file path=ppt/tags/tag9.xml><?xml version="1.0" encoding="utf-8"?>
<p:tagLst xmlns:a="http://schemas.openxmlformats.org/drawingml/2006/main" xmlns:r="http://schemas.openxmlformats.org/officeDocument/2006/relationships" xmlns:p="http://schemas.openxmlformats.org/presentationml/2006/main">
  <p:tag name="DECKRT.SLIDE" val="sf1bbcd88"/>
</p:tagLst>
</file>

<file path=ppt/tags/tag10.xml><?xml version="1.0" encoding="utf-8"?>
<p:tagLst xmlns:a="http://schemas.openxmlformats.org/drawingml/2006/main" xmlns:r="http://schemas.openxmlformats.org/officeDocument/2006/relationships" xmlns:p="http://schemas.openxmlformats.org/presentationml/2006/main">
  <p:tag name="DECKRT.OBJECT" val="{&quot;v&quot;:1,&quot;type&quot;:&quot;measure&quot;,&quot;config&quot;:{&quot;preset&quot;:&quot;thirds&quot;,&quot;color&quot;:&quot;#ffd400&quot;,&quot;line_width&quot;:3.0},&quot;label&quot;:&quot;Facial thirds&quot;,&quot;trigger&quot;:&quot;audience_click&quot;,&quot;shortcut&quot;:null,&quot;visible&quot;:true,&quot;anchor&quot;:null}"/>
</p:tagLst>
</file>

<file path=ppt/tags/tag11.xml><?xml version="1.0" encoding="utf-8"?>
<p:tagLst xmlns:a="http://schemas.openxmlformats.org/drawingml/2006/main" xmlns:r="http://schemas.openxmlformats.org/officeDocument/2006/relationships" xmlns:p="http://schemas.openxmlformats.org/presentationml/2006/main">
  <p:tag name="DECKRT.OBJECT" val="{&quot;v&quot;:1,&quot;type&quot;:&quot;injection_map&quot;,&quot;config&quot;:{&quot;products&quot;:[{&quot;name&quot;:&quot;Toxin&quot;,&quot;unit&quot;:&quot;U&quot;,&quot;color&quot;:&quot;#4c8dff&quot;,&quot;default_dose&quot;:4.0},{&quot;name&quot;:&quot;Filler&quot;,&quot;unit&quot;:&quot;mL&quot;,&quot;color&quot;:&quot;#ff5c8d&quot;,&quot;default_dose&quot;:0.1}],&quot;show_total&quot;:true},&quot;label&quot;:&quot;Injection map&quot;,&quot;trigger&quot;:&quot;audience_click&quot;,&quot;shortcut&quot;:null,&quot;visible&quot;:true,&quot;anchor&quot;:null}"/>
</p:tagLst>
</file>

<file path=ppt/tags/tag12.xml><?xml version="1.0" encoding="utf-8"?>
<p:tagLst xmlns:a="http://schemas.openxmlformats.org/drawingml/2006/main" xmlns:r="http://schemas.openxmlformats.org/officeDocument/2006/relationships" xmlns:p="http://schemas.openxmlformats.org/presentationml/2006/main">
  <p:tag name="DECKRT.OBJECT" val="{&quot;v&quot;:1,&quot;type&quot;:&quot;poll&quot;,&quot;config&quot;:{&quot;kind&quot;:&quot;word_cloud&quot;,&quot;scale&quot;:5,&quot;question&quot;:&quot;What comes to mind when you hear spring?&quot;,&quot;options&quot;:[&quot;&quot;,&quot;&quot;],&quot;correct&quot;:null,&quot;reveal_correct&quot;:true,&quot;targets&quot;:[]},&quot;label&quot;:&quot;Spring words&quot;,&quot;trigger&quot;:&quot;presenter&quot;,&quot;shortcut&quot;:null,&quot;visible&quot;:true,&quot;anchor&quot;:null}"/>
</p:tagLst>
</file>

<file path=ppt/tags/tag13.xml><?xml version="1.0" encoding="utf-8"?>
<p:tagLst xmlns:a="http://schemas.openxmlformats.org/drawingml/2006/main" xmlns:r="http://schemas.openxmlformats.org/officeDocument/2006/relationships" xmlns:p="http://schemas.openxmlformats.org/presentationml/2006/main">
  <p:tag name="DECKRT.OBJECT" val="{&quot;v&quot;:1,&quot;type&quot;:&quot;poll&quot;,&quot;config&quot;:{&quot;kind&quot;:&quot;ranking&quot;,&quot;scale&quot;:5,&quot;question&quot;:&quot;Put these planets in order of size, biggest first.&quot;,&quot;options&quot;:[&quot;Earth&quot;,&quot;Mars&quot;,&quot;Jupiter&quot;,&quot;Venus&quot;],&quot;correct&quot;:null,&quot;reveal_correct&quot;:true,&quot;targets&quot;:[]},&quot;label&quot;:&quot;Planet sizes&quot;,&quot;trigger&quot;:&quot;presenter&quot;,&quot;shortcut&quot;:null,&quot;visible&quot;:true,&quot;anchor&quot;:null}"/>
</p:tagLst>
</file>

<file path=ppt/tags/tag14.xml><?xml version="1.0" encoding="utf-8"?>
<p:tagLst xmlns:a="http://schemas.openxmlformats.org/drawingml/2006/main" xmlns:r="http://schemas.openxmlformats.org/officeDocument/2006/relationships" xmlns:p="http://schemas.openxmlformats.org/presentationml/2006/main">
  <p:tag name="DECKRT.OBJECT" val="{&quot;v&quot;:1,&quot;type&quot;:&quot;poll&quot;,&quot;config&quot;:{&quot;kind&quot;:&quot;rating&quot;,&quot;scale&quot;:5,&quot;question&quot;:&quot;How clear has this tour been so far?&quot;,&quot;options&quot;:[&quot;&quot;,&quot;&quot;],&quot;correct&quot;:null,&quot;reveal_correct&quot;:true,&quot;targets&quot;:[]},&quot;label&quot;:&quot;Clarity&quot;,&quot;trigger&quot;:&quot;presenter&quot;,&quot;shortcut&quot;:null,&quot;visible&quot;:true,&quot;anchor&quot;:null}"/>
</p:tagLst>
</file>

<file path=ppt/theme/theme1.xml><?xml version="1.0" encoding="utf-8"?>
<a:theme xmlns:a="http://schemas.openxmlformats.org/drawingml/2006/main" xmlns:r="http://schemas.openxmlformats.org/officeDocument/2006/relationships" name="Harbor">
  <a:themeElements>
    <a:clrScheme name="Harbor">
      <a:dk1>
        <a:srgbClr val="0B1F2A"/>
      </a:dk1>
      <a:lt1>
        <a:srgbClr val="FFFFFF"/>
      </a:lt1>
      <a:dk2>
        <a:srgbClr val="12384D"/>
      </a:dk2>
      <a:lt2>
        <a:srgbClr val="E4EEF2"/>
      </a:lt2>
      <a:accent1>
        <a:srgbClr val="1B7FA6"/>
      </a:accent1>
      <a:accent2>
        <a:srgbClr val="36B3A8"/>
      </a:accent2>
      <a:accent3>
        <a:srgbClr val="F2C14E"/>
      </a:accent3>
      <a:accent4>
        <a:srgbClr val="F78154"/>
      </a:accent4>
      <a:accent5>
        <a:srgbClr val="5D576B"/>
      </a:accent5>
      <a:accent6>
        <a:srgbClr val="8AA29E"/>
      </a:accent6>
      <a:hlink>
        <a:srgbClr val="1B7FA6"/>
      </a:hlink>
      <a:folHlink>
        <a:srgbClr val="5D576B"/>
      </a:folHlink>
    </a:clrScheme>
    <a:fontScheme name="Harbor">
      <a:majorFont>
        <a:latin typeface="Merriweather"/>
        <a:ea typeface=""/>
        <a:cs typeface=""/>
      </a:majorFont>
      <a:minorFont>
        <a:latin typeface="Open Sans"/>
        <a:ea typeface=""/>
        <a:cs typeface=""/>
      </a:minorFont>
    </a:fontScheme>
    <a:fmtScheme name="DeckCraft">
      <a:fillStyleLst>
        <a:solidFill>
          <a:schemeClr val="phClr"/>
        </a:solidFill>
        <a:gradFill rotWithShape="1">
          <a:gsLst>
            <a:gs pos="0">
              <a:schemeClr val="phClr">
                <a:lumMod val="110000"/>
                <a:satMod val="103000"/>
              </a:schemeClr>
            </a:gs>
            <a:gs pos="100000">
              <a:schemeClr val="phClr">
                <a:lumMod val="92000"/>
              </a:schemeClr>
            </a:gs>
          </a:gsLst>
          <a:lin ang="5400000" scaled="0"/>
        </a:gradFill>
        <a:gradFill rotWithShape="1">
          <a:gsLst>
            <a:gs pos="0">
              <a:schemeClr val="phClr">
                <a:lumMod val="105000"/>
                <a:satMod val="103000"/>
              </a:schemeClr>
            </a:gs>
            <a:gs pos="100000">
              <a:schemeClr val="phClr">
                <a:lumMod val="80000"/>
              </a:schemeClr>
            </a:gs>
          </a:gsLst>
          <a:lin ang="5400000" scaled="0"/>
        </a:gradFill>
      </a:fillStyleLst>
      <a:lnStyleLst>
        <a:ln w="9525">
          <a:solidFill>
            <a:schemeClr val="phClr"/>
          </a:solidFill>
        </a:ln>
        <a:ln w="12700">
          <a:solidFill>
            <a:schemeClr val="phClr"/>
          </a:solidFill>
        </a:ln>
        <a:ln w="19050">
          <a:solidFill>
            <a:schemeClr val="phClr"/>
          </a:solidFill>
        </a:ln>
      </a:lnStyleLst>
      <a:effectStyleLst>
        <a:effectStyle>
          <a:effectLst/>
        </a:effectStyle>
        <a:effectStyle>
          <a:effectLst/>
        </a:effectStyle>
        <a:effectStyle>
          <a:effectLst>
            <a:outerShdw blurRad="76200" dist="38100" dir="5400000" algn="t" rotWithShape="0">
              <a:srgbClr val="000000">
                <a:alpha val="40000"/>
              </a:srgbClr>
            </a:outerShdw>
          </a:effectLst>
        </a:effectStyle>
      </a:effectStyleLst>
      <a:bgFillStyleLst>
        <a:solidFill>
          <a:schemeClr val="phClr"/>
        </a:solidFill>
        <a:solidFill>
          <a:schemeClr val="phClr">
            <a:tint val="95000"/>
            <a:satMod val="170000"/>
          </a:schemeClr>
        </a:solidFill>
        <a:gradFill rotWithShape="1">
          <a:gsLst>
            <a:gs pos="0">
              <a:schemeClr val="phClr">
                <a:lumMod val="102000"/>
                <a:satMod val="103000"/>
              </a:schemeClr>
            </a:gs>
            <a:gs pos="100000">
              <a:schemeClr val="phClr">
                <a:lumMod val="85000"/>
              </a:schemeClr>
            </a:gs>
          </a:gsLst>
          <a:lin ang="5400000" scaled="0"/>
        </a:gradFill>
      </a:bgFillStyleLst>
    </a:fmtScheme>
  </a:themeElements>
  <a:objectDefaults/>
  <a:extraClrSchemeLst/>
</a:theme>
</file>

<file path=ppt/theme/theme2.xml><?xml version="1.0" encoding="utf-8"?>
<a:theme xmlns:a="http://schemas.openxmlformats.org/drawingml/2006/main" xmlns:r="http://schemas.openxmlformats.org/officeDocument/2006/relationships" name="Harbor">
  <a:themeElements>
    <a:clrScheme name="Harbor">
      <a:dk1>
        <a:srgbClr val="0B1F2A"/>
      </a:dk1>
      <a:lt1>
        <a:srgbClr val="FFFFFF"/>
      </a:lt1>
      <a:dk2>
        <a:srgbClr val="12384D"/>
      </a:dk2>
      <a:lt2>
        <a:srgbClr val="E4EEF2"/>
      </a:lt2>
      <a:accent1>
        <a:srgbClr val="1B7FA6"/>
      </a:accent1>
      <a:accent2>
        <a:srgbClr val="36B3A8"/>
      </a:accent2>
      <a:accent3>
        <a:srgbClr val="F2C14E"/>
      </a:accent3>
      <a:accent4>
        <a:srgbClr val="F78154"/>
      </a:accent4>
      <a:accent5>
        <a:srgbClr val="5D576B"/>
      </a:accent5>
      <a:accent6>
        <a:srgbClr val="8AA29E"/>
      </a:accent6>
      <a:hlink>
        <a:srgbClr val="1B7FA6"/>
      </a:hlink>
      <a:folHlink>
        <a:srgbClr val="5D576B"/>
      </a:folHlink>
    </a:clrScheme>
    <a:fontScheme name="Harbor">
      <a:majorFont>
        <a:latin typeface="Merriweather"/>
        <a:ea typeface=""/>
        <a:cs typeface=""/>
      </a:majorFont>
      <a:minorFont>
        <a:latin typeface="Open Sans"/>
        <a:ea typeface=""/>
        <a:cs typeface=""/>
      </a:minorFont>
    </a:fontScheme>
    <a:fmtScheme name="DeckCraft">
      <a:fillStyleLst>
        <a:solidFill>
          <a:schemeClr val="phClr"/>
        </a:solidFill>
        <a:gradFill rotWithShape="1">
          <a:gsLst>
            <a:gs pos="0">
              <a:schemeClr val="phClr">
                <a:lumMod val="110000"/>
                <a:satMod val="103000"/>
              </a:schemeClr>
            </a:gs>
            <a:gs pos="100000">
              <a:schemeClr val="phClr">
                <a:lumMod val="92000"/>
              </a:schemeClr>
            </a:gs>
          </a:gsLst>
          <a:lin ang="5400000" scaled="0"/>
        </a:gradFill>
        <a:gradFill rotWithShape="1">
          <a:gsLst>
            <a:gs pos="0">
              <a:schemeClr val="phClr">
                <a:lumMod val="105000"/>
                <a:satMod val="103000"/>
              </a:schemeClr>
            </a:gs>
            <a:gs pos="100000">
              <a:schemeClr val="phClr">
                <a:lumMod val="80000"/>
              </a:schemeClr>
            </a:gs>
          </a:gsLst>
          <a:lin ang="5400000" scaled="0"/>
        </a:gradFill>
      </a:fillStyleLst>
      <a:lnStyleLst>
        <a:ln w="9525">
          <a:solidFill>
            <a:schemeClr val="phClr"/>
          </a:solidFill>
        </a:ln>
        <a:ln w="12700">
          <a:solidFill>
            <a:schemeClr val="phClr"/>
          </a:solidFill>
        </a:ln>
        <a:ln w="19050">
          <a:solidFill>
            <a:schemeClr val="phClr"/>
          </a:solidFill>
        </a:ln>
      </a:lnStyleLst>
      <a:effectStyleLst>
        <a:effectStyle>
          <a:effectLst/>
        </a:effectStyle>
        <a:effectStyle>
          <a:effectLst/>
        </a:effectStyle>
        <a:effectStyle>
          <a:effectLst>
            <a:outerShdw blurRad="76200" dist="38100" dir="5400000" algn="t" rotWithShape="0">
              <a:srgbClr val="000000">
                <a:alpha val="40000"/>
              </a:srgbClr>
            </a:outerShdw>
          </a:effectLst>
        </a:effectStyle>
      </a:effectStyleLst>
      <a:bgFillStyleLst>
        <a:solidFill>
          <a:schemeClr val="phClr"/>
        </a:solidFill>
        <a:solidFill>
          <a:schemeClr val="phClr">
            <a:tint val="95000"/>
            <a:satMod val="170000"/>
          </a:schemeClr>
        </a:solidFill>
        <a:gradFill rotWithShape="1">
          <a:gsLst>
            <a:gs pos="0">
              <a:schemeClr val="phClr">
                <a:lumMod val="102000"/>
                <a:satMod val="103000"/>
              </a:schemeClr>
            </a:gs>
            <a:gs pos="100000">
              <a:schemeClr val="phClr">
                <a:lumMod val="85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Application>DeckCraft</Application>
  <Slides>25</Slides>
  <Notes>25</Notes>
  <HiddenSlides>0</HiddenSlides>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file>